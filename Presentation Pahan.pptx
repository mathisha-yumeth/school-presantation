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3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4.xml" ContentType="application/vnd.openxmlformats-officedocument.theme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theme/theme5.xml" ContentType="application/vnd.openxmlformats-officedocument.theme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theme/theme6.xml" ContentType="application/vnd.openxmlformats-officedocument.theme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theme/theme7.xml" ContentType="application/vnd.openxmlformats-officedocument.theme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theme/theme8.xml" ContentType="application/vnd.openxmlformats-officedocument.theme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theme/theme9.xml" ContentType="application/vnd.openxmlformats-officedocument.theme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theme/theme10.xml" ContentType="application/vnd.openxmlformats-officedocument.theme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theme/theme11.xml" ContentType="application/vnd.openxmlformats-officedocument.theme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theme/theme12.xml" ContentType="application/vnd.openxmlformats-officedocument.theme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theme/theme13.xml" ContentType="application/vnd.openxmlformats-officedocument.theme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theme/theme14.xml" ContentType="application/vnd.openxmlformats-officedocument.theme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  <p:sldMasterId id="2147483713" r:id="rId2"/>
    <p:sldMasterId id="2147483731" r:id="rId3"/>
    <p:sldMasterId id="2147483766" r:id="rId4"/>
    <p:sldMasterId id="2147483784" r:id="rId5"/>
    <p:sldMasterId id="2147483837" r:id="rId6"/>
    <p:sldMasterId id="2147483855" r:id="rId7"/>
    <p:sldMasterId id="2147483873" r:id="rId8"/>
    <p:sldMasterId id="2147483891" r:id="rId9"/>
    <p:sldMasterId id="2147483926" r:id="rId10"/>
    <p:sldMasterId id="2147483973" r:id="rId11"/>
    <p:sldMasterId id="2147483991" r:id="rId12"/>
    <p:sldMasterId id="2147484026" r:id="rId13"/>
    <p:sldMasterId id="2147484044" r:id="rId14"/>
    <p:sldMasterId id="2147484080" r:id="rId15"/>
  </p:sldMasterIdLst>
  <p:notesMasterIdLst>
    <p:notesMasterId r:id="rId50"/>
  </p:notesMasterIdLst>
  <p:sldIdLst>
    <p:sldId id="256" r:id="rId16"/>
    <p:sldId id="257" r:id="rId17"/>
    <p:sldId id="258" r:id="rId18"/>
    <p:sldId id="259" r:id="rId19"/>
    <p:sldId id="260" r:id="rId20"/>
    <p:sldId id="261" r:id="rId21"/>
    <p:sldId id="262" r:id="rId22"/>
    <p:sldId id="263" r:id="rId23"/>
    <p:sldId id="264" r:id="rId24"/>
    <p:sldId id="265" r:id="rId25"/>
    <p:sldId id="266" r:id="rId26"/>
    <p:sldId id="267" r:id="rId27"/>
    <p:sldId id="268" r:id="rId28"/>
    <p:sldId id="269" r:id="rId29"/>
    <p:sldId id="270" r:id="rId30"/>
    <p:sldId id="271" r:id="rId31"/>
    <p:sldId id="272" r:id="rId32"/>
    <p:sldId id="273" r:id="rId33"/>
    <p:sldId id="274" r:id="rId34"/>
    <p:sldId id="275" r:id="rId35"/>
    <p:sldId id="276" r:id="rId36"/>
    <p:sldId id="277" r:id="rId37"/>
    <p:sldId id="278" r:id="rId38"/>
    <p:sldId id="279" r:id="rId39"/>
    <p:sldId id="280" r:id="rId40"/>
    <p:sldId id="281" r:id="rId41"/>
    <p:sldId id="282" r:id="rId42"/>
    <p:sldId id="283" r:id="rId43"/>
    <p:sldId id="284" r:id="rId44"/>
    <p:sldId id="285" r:id="rId45"/>
    <p:sldId id="286" r:id="rId46"/>
    <p:sldId id="287" r:id="rId47"/>
    <p:sldId id="288" r:id="rId48"/>
    <p:sldId id="290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18" autoAdjust="0"/>
    <p:restoredTop sz="93764" autoAdjust="0"/>
  </p:normalViewPr>
  <p:slideViewPr>
    <p:cSldViewPr snapToGrid="0">
      <p:cViewPr>
        <p:scale>
          <a:sx n="50" d="100"/>
          <a:sy n="50" d="100"/>
        </p:scale>
        <p:origin x="878" y="1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3.xml"/><Relationship Id="rId26" Type="http://schemas.openxmlformats.org/officeDocument/2006/relationships/slide" Target="slides/slide11.xml"/><Relationship Id="rId39" Type="http://schemas.openxmlformats.org/officeDocument/2006/relationships/slide" Target="slides/slide24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6.xml"/><Relationship Id="rId34" Type="http://schemas.openxmlformats.org/officeDocument/2006/relationships/slide" Target="slides/slide19.xml"/><Relationship Id="rId42" Type="http://schemas.openxmlformats.org/officeDocument/2006/relationships/slide" Target="slides/slide27.xml"/><Relationship Id="rId47" Type="http://schemas.openxmlformats.org/officeDocument/2006/relationships/slide" Target="slides/slide32.xml"/><Relationship Id="rId50" Type="http://schemas.openxmlformats.org/officeDocument/2006/relationships/notesMaster" Target="notesMasters/notesMaster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25" Type="http://schemas.openxmlformats.org/officeDocument/2006/relationships/slide" Target="slides/slide10.xml"/><Relationship Id="rId33" Type="http://schemas.openxmlformats.org/officeDocument/2006/relationships/slide" Target="slides/slide18.xml"/><Relationship Id="rId38" Type="http://schemas.openxmlformats.org/officeDocument/2006/relationships/slide" Target="slides/slide23.xml"/><Relationship Id="rId46" Type="http://schemas.openxmlformats.org/officeDocument/2006/relationships/slide" Target="slides/slide3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0" Type="http://schemas.openxmlformats.org/officeDocument/2006/relationships/slide" Target="slides/slide5.xml"/><Relationship Id="rId29" Type="http://schemas.openxmlformats.org/officeDocument/2006/relationships/slide" Target="slides/slide14.xml"/><Relationship Id="rId41" Type="http://schemas.openxmlformats.org/officeDocument/2006/relationships/slide" Target="slides/slide26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9.xml"/><Relationship Id="rId32" Type="http://schemas.openxmlformats.org/officeDocument/2006/relationships/slide" Target="slides/slide17.xml"/><Relationship Id="rId37" Type="http://schemas.openxmlformats.org/officeDocument/2006/relationships/slide" Target="slides/slide22.xml"/><Relationship Id="rId40" Type="http://schemas.openxmlformats.org/officeDocument/2006/relationships/slide" Target="slides/slide25.xml"/><Relationship Id="rId45" Type="http://schemas.openxmlformats.org/officeDocument/2006/relationships/slide" Target="slides/slide30.xml"/><Relationship Id="rId53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8.xml"/><Relationship Id="rId28" Type="http://schemas.openxmlformats.org/officeDocument/2006/relationships/slide" Target="slides/slide13.xml"/><Relationship Id="rId36" Type="http://schemas.openxmlformats.org/officeDocument/2006/relationships/slide" Target="slides/slide21.xml"/><Relationship Id="rId49" Type="http://schemas.openxmlformats.org/officeDocument/2006/relationships/slide" Target="slides/slide34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4.xml"/><Relationship Id="rId31" Type="http://schemas.openxmlformats.org/officeDocument/2006/relationships/slide" Target="slides/slide16.xml"/><Relationship Id="rId44" Type="http://schemas.openxmlformats.org/officeDocument/2006/relationships/slide" Target="slides/slide29.xml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7.xml"/><Relationship Id="rId27" Type="http://schemas.openxmlformats.org/officeDocument/2006/relationships/slide" Target="slides/slide12.xml"/><Relationship Id="rId30" Type="http://schemas.openxmlformats.org/officeDocument/2006/relationships/slide" Target="slides/slide15.xml"/><Relationship Id="rId35" Type="http://schemas.openxmlformats.org/officeDocument/2006/relationships/slide" Target="slides/slide20.xml"/><Relationship Id="rId43" Type="http://schemas.openxmlformats.org/officeDocument/2006/relationships/slide" Target="slides/slide28.xml"/><Relationship Id="rId48" Type="http://schemas.openxmlformats.org/officeDocument/2006/relationships/slide" Target="slides/slide33.xml"/><Relationship Id="rId8" Type="http://schemas.openxmlformats.org/officeDocument/2006/relationships/slideMaster" Target="slideMasters/slideMaster8.xml"/><Relationship Id="rId5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0E8B43-0656-485F-BD43-5D7EB2E0E9DA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60331E-7D53-435A-88CA-1F312658FA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207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60331E-7D53-435A-88CA-1F312658FA0E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5975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9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1.xml"/></Relationships>
</file>

<file path=ppt/slideLayouts/_rels/slideLayout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1.xml"/></Relationships>
</file>

<file path=ppt/slideLayouts/_rels/slideLayout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1.xml"/></Relationships>
</file>

<file path=ppt/slideLayouts/_rels/slideLayout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1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1.xml"/></Relationships>
</file>

<file path=ppt/slideLayouts/_rels/slideLayout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1.xml"/></Relationships>
</file>

<file path=ppt/slideLayouts/_rels/slideLayout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1.xml"/></Relationships>
</file>

<file path=ppt/slideLayouts/_rels/slideLayout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1.xml"/></Relationships>
</file>

<file path=ppt/slideLayouts/_rels/slideLayout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1.xml"/></Relationships>
</file>

<file path=ppt/slideLayouts/_rels/slideLayout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1.xml"/></Relationships>
</file>

<file path=ppt/slideLayouts/_rels/slideLayout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1.xml"/></Relationships>
</file>

<file path=ppt/slideLayouts/_rels/slideLayout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1.xml"/></Relationships>
</file>

<file path=ppt/slideLayouts/_rels/slideLayout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1.xml"/></Relationships>
</file>

<file path=ppt/slideLayouts/_rels/slideLayout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1.xml"/></Relationships>
</file>

<file path=ppt/slideLayouts/_rels/slideLayout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1.xml"/></Relationships>
</file>

<file path=ppt/slideLayouts/_rels/slideLayout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1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3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5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9809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901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69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01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828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142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611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142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633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615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1441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553699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0545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973611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6355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0121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6191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9867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541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9151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8463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728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2447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0689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79567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3597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14361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63415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72488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06813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19806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02272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316387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28447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34346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2385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58590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62268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96729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84844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95494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67498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9714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38895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882094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24824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8093223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50368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16043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11517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4270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6789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12146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5205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29555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42628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85012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79908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8858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24180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06939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2472655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40758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24057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62009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55764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14851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07961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68064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68693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22505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896425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045199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778042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733697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275854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999058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92219578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064815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347071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490041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458515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373650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858231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025847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524557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578456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049738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140322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590092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666738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801549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318133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448570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15279178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104588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50057993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431868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082090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234285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8575513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883625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436157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14065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212692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087725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683042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604800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855714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111409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924038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41486043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179034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52487472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220996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140194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987817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0183037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17776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663485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349601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156065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806273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095873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120746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863082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389384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591131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28557307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625514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96838586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952869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284314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727150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88825" cy="6872226"/>
            <a:chOff x="0" y="0"/>
            <a:chExt cx="12188825" cy="6872226"/>
          </a:xfrm>
        </p:grpSpPr>
        <p:pic>
          <p:nvPicPr>
            <p:cNvPr id="9" name="Picture 8" descr="HD-PanelTitle-V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" r="47673"/>
            <a:stretch/>
          </p:blipFill>
          <p:spPr>
            <a:xfrm rot="5400000">
              <a:off x="5245268" y="530352"/>
              <a:ext cx="1673352" cy="612648"/>
            </a:xfrm>
            <a:prstGeom prst="rect">
              <a:avLst/>
            </a:prstGeom>
          </p:spPr>
        </p:pic>
        <p:pic>
          <p:nvPicPr>
            <p:cNvPr id="18" name="Picture 17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8819"/>
            <a:stretch/>
          </p:blipFill>
          <p:spPr>
            <a:xfrm rot="5400000">
              <a:off x="5263556" y="5747514"/>
              <a:ext cx="1636776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0654585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783886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6161310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7658836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4424744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7625138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409301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0123152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131387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008750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5833892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5036477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56094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4231184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8973379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9491021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3438233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66214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055245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936521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933840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219673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461324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634185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006952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583502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761609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9838598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11825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49442690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468193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987778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635625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6358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252396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478533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769139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388740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366553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51081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319378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543772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907743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522534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788399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014373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491236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092826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146704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763399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320973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213310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200569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182130"/>
      </p:ext>
    </p:extLst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761384"/>
      </p:ext>
    </p:extLst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707862"/>
      </p:ext>
    </p:extLst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759220"/>
      </p:ext>
    </p:extLst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038935"/>
      </p:ext>
    </p:extLst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557791"/>
      </p:ext>
    </p:extLst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316549"/>
      </p:ext>
    </p:extLst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88484713"/>
      </p:ext>
    </p:extLst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282766"/>
      </p:ext>
    </p:extLst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43147276"/>
      </p:ext>
    </p:extLst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654833"/>
      </p:ext>
    </p:extLst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386936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524352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001854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069776"/>
      </p:ext>
    </p:extLst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0801049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443843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1508463"/>
      </p:ext>
    </p:extLst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5712531"/>
      </p:ext>
    </p:extLst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017383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3816483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14485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754160"/>
      </p:ext>
    </p:extLst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2406261"/>
      </p:ext>
    </p:extLst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416747"/>
      </p:ext>
    </p:extLst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716902"/>
      </p:ext>
    </p:extLst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7260619"/>
      </p:ext>
    </p:extLst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325657"/>
      </p:ext>
    </p:extLst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0711901"/>
      </p:ext>
    </p:extLst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2079307"/>
      </p:ext>
    </p:extLst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5675965"/>
      </p:ext>
    </p:extLst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603387"/>
      </p:ext>
    </p:extLst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214932"/>
      </p:ext>
    </p:extLst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625679"/>
      </p:ext>
    </p:extLst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43272"/>
      </p:ext>
    </p:extLst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716315"/>
      </p:ext>
    </p:extLst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701993"/>
      </p:ext>
    </p:extLst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84465"/>
      </p:ext>
    </p:extLst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560189"/>
      </p:ext>
    </p:extLst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85186"/>
      </p:ext>
    </p:extLst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595393"/>
      </p:ext>
    </p:extLst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26884091"/>
      </p:ext>
    </p:extLst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474073"/>
      </p:ext>
    </p:extLst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38800438"/>
      </p:ext>
    </p:extLst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559115"/>
      </p:ext>
    </p:extLst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603404"/>
      </p:ext>
    </p:extLst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461088"/>
      </p:ext>
    </p:extLst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88825" cy="6872226"/>
            <a:chOff x="0" y="0"/>
            <a:chExt cx="12188825" cy="6872226"/>
          </a:xfrm>
        </p:grpSpPr>
        <p:pic>
          <p:nvPicPr>
            <p:cNvPr id="9" name="Picture 8" descr="HD-PanelTitle-V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" r="47673"/>
            <a:stretch/>
          </p:blipFill>
          <p:spPr>
            <a:xfrm rot="5400000">
              <a:off x="5245268" y="530352"/>
              <a:ext cx="1673352" cy="612648"/>
            </a:xfrm>
            <a:prstGeom prst="rect">
              <a:avLst/>
            </a:prstGeom>
          </p:spPr>
        </p:pic>
        <p:pic>
          <p:nvPicPr>
            <p:cNvPr id="18" name="Picture 17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8819"/>
            <a:stretch/>
          </p:blipFill>
          <p:spPr>
            <a:xfrm rot="5400000">
              <a:off x="5263556" y="5747514"/>
              <a:ext cx="1636776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3957637"/>
      </p:ext>
    </p:extLst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297260"/>
      </p:ext>
    </p:extLst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7058416"/>
      </p:ext>
    </p:extLst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111010"/>
      </p:ext>
    </p:extLst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2391271"/>
      </p:ext>
    </p:extLst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6395034"/>
      </p:ext>
    </p:extLst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094633"/>
      </p:ext>
    </p:extLst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6321175"/>
      </p:ext>
    </p:extLst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221090"/>
      </p:ext>
    </p:extLst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205590"/>
      </p:ext>
    </p:extLst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324336"/>
      </p:ext>
    </p:extLst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9917947"/>
      </p:ext>
    </p:extLst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232725"/>
      </p:ext>
    </p:extLst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6090033"/>
      </p:ext>
    </p:extLst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9501826"/>
      </p:ext>
    </p:extLst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09092"/>
      </p:ext>
    </p:extLst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6850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7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36.xml"/><Relationship Id="rId16" Type="http://schemas.openxmlformats.org/officeDocument/2006/relationships/slideLayout" Target="../slideLayouts/slideLayout50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13" Type="http://schemas.openxmlformats.org/officeDocument/2006/relationships/slideLayout" Target="../slideLayouts/slideLayout63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53.xml"/><Relationship Id="rId21" Type="http://schemas.openxmlformats.org/officeDocument/2006/relationships/image" Target="../media/image7.png"/><Relationship Id="rId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62.xml"/><Relationship Id="rId17" Type="http://schemas.openxmlformats.org/officeDocument/2006/relationships/slideLayout" Target="../slideLayouts/slideLayout67.xml"/><Relationship Id="rId2" Type="http://schemas.openxmlformats.org/officeDocument/2006/relationships/slideLayout" Target="../slideLayouts/slideLayout52.xml"/><Relationship Id="rId16" Type="http://schemas.openxmlformats.org/officeDocument/2006/relationships/slideLayout" Target="../slideLayouts/slideLayout66.xml"/><Relationship Id="rId20" Type="http://schemas.openxmlformats.org/officeDocument/2006/relationships/image" Target="../media/image6.png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60.xml"/><Relationship Id="rId19" Type="http://schemas.openxmlformats.org/officeDocument/2006/relationships/image" Target="../media/image5.png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64.xml"/><Relationship Id="rId22" Type="http://schemas.openxmlformats.org/officeDocument/2006/relationships/image" Target="../media/image8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5.xml"/><Relationship Id="rId13" Type="http://schemas.openxmlformats.org/officeDocument/2006/relationships/slideLayout" Target="../slideLayouts/slideLayout80.xml"/><Relationship Id="rId3" Type="http://schemas.openxmlformats.org/officeDocument/2006/relationships/slideLayout" Target="../slideLayouts/slideLayout70.xml"/><Relationship Id="rId7" Type="http://schemas.openxmlformats.org/officeDocument/2006/relationships/slideLayout" Target="../slideLayouts/slideLayout74.xml"/><Relationship Id="rId12" Type="http://schemas.openxmlformats.org/officeDocument/2006/relationships/slideLayout" Target="../slideLayouts/slideLayout79.xml"/><Relationship Id="rId17" Type="http://schemas.openxmlformats.org/officeDocument/2006/relationships/theme" Target="../theme/theme5.xml"/><Relationship Id="rId2" Type="http://schemas.openxmlformats.org/officeDocument/2006/relationships/slideLayout" Target="../slideLayouts/slideLayout69.xml"/><Relationship Id="rId16" Type="http://schemas.openxmlformats.org/officeDocument/2006/relationships/slideLayout" Target="../slideLayouts/slideLayout83.xml"/><Relationship Id="rId1" Type="http://schemas.openxmlformats.org/officeDocument/2006/relationships/slideLayout" Target="../slideLayouts/slideLayout68.xml"/><Relationship Id="rId6" Type="http://schemas.openxmlformats.org/officeDocument/2006/relationships/slideLayout" Target="../slideLayouts/slideLayout73.xml"/><Relationship Id="rId11" Type="http://schemas.openxmlformats.org/officeDocument/2006/relationships/slideLayout" Target="../slideLayouts/slideLayout78.xml"/><Relationship Id="rId5" Type="http://schemas.openxmlformats.org/officeDocument/2006/relationships/slideLayout" Target="../slideLayouts/slideLayout72.xml"/><Relationship Id="rId1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77.xml"/><Relationship Id="rId4" Type="http://schemas.openxmlformats.org/officeDocument/2006/relationships/slideLayout" Target="../slideLayouts/slideLayout71.xml"/><Relationship Id="rId9" Type="http://schemas.openxmlformats.org/officeDocument/2006/relationships/slideLayout" Target="../slideLayouts/slideLayout76.xml"/><Relationship Id="rId14" Type="http://schemas.openxmlformats.org/officeDocument/2006/relationships/slideLayout" Target="../slideLayouts/slideLayout81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1.xml"/><Relationship Id="rId13" Type="http://schemas.openxmlformats.org/officeDocument/2006/relationships/slideLayout" Target="../slideLayouts/slideLayout96.xml"/><Relationship Id="rId18" Type="http://schemas.openxmlformats.org/officeDocument/2006/relationships/theme" Target="../theme/theme6.xml"/><Relationship Id="rId3" Type="http://schemas.openxmlformats.org/officeDocument/2006/relationships/slideLayout" Target="../slideLayouts/slideLayout86.xml"/><Relationship Id="rId7" Type="http://schemas.openxmlformats.org/officeDocument/2006/relationships/slideLayout" Target="../slideLayouts/slideLayout90.xml"/><Relationship Id="rId12" Type="http://schemas.openxmlformats.org/officeDocument/2006/relationships/slideLayout" Target="../slideLayouts/slideLayout95.xml"/><Relationship Id="rId17" Type="http://schemas.openxmlformats.org/officeDocument/2006/relationships/slideLayout" Target="../slideLayouts/slideLayout100.xml"/><Relationship Id="rId2" Type="http://schemas.openxmlformats.org/officeDocument/2006/relationships/slideLayout" Target="../slideLayouts/slideLayout85.xml"/><Relationship Id="rId16" Type="http://schemas.openxmlformats.org/officeDocument/2006/relationships/slideLayout" Target="../slideLayouts/slideLayout99.xml"/><Relationship Id="rId1" Type="http://schemas.openxmlformats.org/officeDocument/2006/relationships/slideLayout" Target="../slideLayouts/slideLayout84.xml"/><Relationship Id="rId6" Type="http://schemas.openxmlformats.org/officeDocument/2006/relationships/slideLayout" Target="../slideLayouts/slideLayout89.xml"/><Relationship Id="rId11" Type="http://schemas.openxmlformats.org/officeDocument/2006/relationships/slideLayout" Target="../slideLayouts/slideLayout94.xml"/><Relationship Id="rId5" Type="http://schemas.openxmlformats.org/officeDocument/2006/relationships/slideLayout" Target="../slideLayouts/slideLayout88.xml"/><Relationship Id="rId15" Type="http://schemas.openxmlformats.org/officeDocument/2006/relationships/slideLayout" Target="../slideLayouts/slideLayout98.xml"/><Relationship Id="rId10" Type="http://schemas.openxmlformats.org/officeDocument/2006/relationships/slideLayout" Target="../slideLayouts/slideLayout93.xml"/><Relationship Id="rId4" Type="http://schemas.openxmlformats.org/officeDocument/2006/relationships/slideLayout" Target="../slideLayouts/slideLayout87.xml"/><Relationship Id="rId9" Type="http://schemas.openxmlformats.org/officeDocument/2006/relationships/slideLayout" Target="../slideLayouts/slideLayout92.xml"/><Relationship Id="rId14" Type="http://schemas.openxmlformats.org/officeDocument/2006/relationships/slideLayout" Target="../slideLayouts/slideLayout97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8.xml"/><Relationship Id="rId13" Type="http://schemas.openxmlformats.org/officeDocument/2006/relationships/slideLayout" Target="../slideLayouts/slideLayout113.xml"/><Relationship Id="rId18" Type="http://schemas.openxmlformats.org/officeDocument/2006/relationships/theme" Target="../theme/theme7.xml"/><Relationship Id="rId3" Type="http://schemas.openxmlformats.org/officeDocument/2006/relationships/slideLayout" Target="../slideLayouts/slideLayout103.xml"/><Relationship Id="rId7" Type="http://schemas.openxmlformats.org/officeDocument/2006/relationships/slideLayout" Target="../slideLayouts/slideLayout107.xml"/><Relationship Id="rId12" Type="http://schemas.openxmlformats.org/officeDocument/2006/relationships/slideLayout" Target="../slideLayouts/slideLayout112.xml"/><Relationship Id="rId17" Type="http://schemas.openxmlformats.org/officeDocument/2006/relationships/slideLayout" Target="../slideLayouts/slideLayout117.xml"/><Relationship Id="rId2" Type="http://schemas.openxmlformats.org/officeDocument/2006/relationships/slideLayout" Target="../slideLayouts/slideLayout102.xml"/><Relationship Id="rId16" Type="http://schemas.openxmlformats.org/officeDocument/2006/relationships/slideLayout" Target="../slideLayouts/slideLayout116.xml"/><Relationship Id="rId1" Type="http://schemas.openxmlformats.org/officeDocument/2006/relationships/slideLayout" Target="../slideLayouts/slideLayout101.xml"/><Relationship Id="rId6" Type="http://schemas.openxmlformats.org/officeDocument/2006/relationships/slideLayout" Target="../slideLayouts/slideLayout106.xml"/><Relationship Id="rId11" Type="http://schemas.openxmlformats.org/officeDocument/2006/relationships/slideLayout" Target="../slideLayouts/slideLayout111.xml"/><Relationship Id="rId5" Type="http://schemas.openxmlformats.org/officeDocument/2006/relationships/slideLayout" Target="../slideLayouts/slideLayout105.xml"/><Relationship Id="rId15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10.xml"/><Relationship Id="rId4" Type="http://schemas.openxmlformats.org/officeDocument/2006/relationships/slideLayout" Target="../slideLayouts/slideLayout104.xml"/><Relationship Id="rId9" Type="http://schemas.openxmlformats.org/officeDocument/2006/relationships/slideLayout" Target="../slideLayouts/slideLayout109.xml"/><Relationship Id="rId14" Type="http://schemas.openxmlformats.org/officeDocument/2006/relationships/slideLayout" Target="../slideLayouts/slideLayout114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5.xml"/><Relationship Id="rId13" Type="http://schemas.openxmlformats.org/officeDocument/2006/relationships/slideLayout" Target="../slideLayouts/slideLayout130.xml"/><Relationship Id="rId18" Type="http://schemas.openxmlformats.org/officeDocument/2006/relationships/theme" Target="../theme/theme8.xml"/><Relationship Id="rId3" Type="http://schemas.openxmlformats.org/officeDocument/2006/relationships/slideLayout" Target="../slideLayouts/slideLayout120.xml"/><Relationship Id="rId7" Type="http://schemas.openxmlformats.org/officeDocument/2006/relationships/slideLayout" Target="../slideLayouts/slideLayout124.xml"/><Relationship Id="rId12" Type="http://schemas.openxmlformats.org/officeDocument/2006/relationships/slideLayout" Target="../slideLayouts/slideLayout129.xml"/><Relationship Id="rId17" Type="http://schemas.openxmlformats.org/officeDocument/2006/relationships/slideLayout" Target="../slideLayouts/slideLayout134.xml"/><Relationship Id="rId2" Type="http://schemas.openxmlformats.org/officeDocument/2006/relationships/slideLayout" Target="../slideLayouts/slideLayout119.xml"/><Relationship Id="rId16" Type="http://schemas.openxmlformats.org/officeDocument/2006/relationships/slideLayout" Target="../slideLayouts/slideLayout133.xml"/><Relationship Id="rId1" Type="http://schemas.openxmlformats.org/officeDocument/2006/relationships/slideLayout" Target="../slideLayouts/slideLayout118.xml"/><Relationship Id="rId6" Type="http://schemas.openxmlformats.org/officeDocument/2006/relationships/slideLayout" Target="../slideLayouts/slideLayout123.xml"/><Relationship Id="rId11" Type="http://schemas.openxmlformats.org/officeDocument/2006/relationships/slideLayout" Target="../slideLayouts/slideLayout128.xml"/><Relationship Id="rId5" Type="http://schemas.openxmlformats.org/officeDocument/2006/relationships/slideLayout" Target="../slideLayouts/slideLayout122.xml"/><Relationship Id="rId15" Type="http://schemas.openxmlformats.org/officeDocument/2006/relationships/slideLayout" Target="../slideLayouts/slideLayout132.xml"/><Relationship Id="rId10" Type="http://schemas.openxmlformats.org/officeDocument/2006/relationships/slideLayout" Target="../slideLayouts/slideLayout127.xml"/><Relationship Id="rId4" Type="http://schemas.openxmlformats.org/officeDocument/2006/relationships/slideLayout" Target="../slideLayouts/slideLayout121.xml"/><Relationship Id="rId9" Type="http://schemas.openxmlformats.org/officeDocument/2006/relationships/slideLayout" Target="../slideLayouts/slideLayout126.xml"/><Relationship Id="rId14" Type="http://schemas.openxmlformats.org/officeDocument/2006/relationships/slideLayout" Target="../slideLayouts/slideLayout131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2.xml"/><Relationship Id="rId13" Type="http://schemas.openxmlformats.org/officeDocument/2006/relationships/slideLayout" Target="../slideLayouts/slideLayout147.xml"/><Relationship Id="rId18" Type="http://schemas.openxmlformats.org/officeDocument/2006/relationships/theme" Target="../theme/theme9.xml"/><Relationship Id="rId3" Type="http://schemas.openxmlformats.org/officeDocument/2006/relationships/slideLayout" Target="../slideLayouts/slideLayout137.xml"/><Relationship Id="rId7" Type="http://schemas.openxmlformats.org/officeDocument/2006/relationships/slideLayout" Target="../slideLayouts/slideLayout141.xml"/><Relationship Id="rId12" Type="http://schemas.openxmlformats.org/officeDocument/2006/relationships/slideLayout" Target="../slideLayouts/slideLayout146.xml"/><Relationship Id="rId17" Type="http://schemas.openxmlformats.org/officeDocument/2006/relationships/slideLayout" Target="../slideLayouts/slideLayout151.xml"/><Relationship Id="rId2" Type="http://schemas.openxmlformats.org/officeDocument/2006/relationships/slideLayout" Target="../slideLayouts/slideLayout136.xml"/><Relationship Id="rId16" Type="http://schemas.openxmlformats.org/officeDocument/2006/relationships/slideLayout" Target="../slideLayouts/slideLayout150.xml"/><Relationship Id="rId20" Type="http://schemas.openxmlformats.org/officeDocument/2006/relationships/image" Target="../media/image13.png"/><Relationship Id="rId1" Type="http://schemas.openxmlformats.org/officeDocument/2006/relationships/slideLayout" Target="../slideLayouts/slideLayout135.xml"/><Relationship Id="rId6" Type="http://schemas.openxmlformats.org/officeDocument/2006/relationships/slideLayout" Target="../slideLayouts/slideLayout140.xml"/><Relationship Id="rId11" Type="http://schemas.openxmlformats.org/officeDocument/2006/relationships/slideLayout" Target="../slideLayouts/slideLayout145.xml"/><Relationship Id="rId5" Type="http://schemas.openxmlformats.org/officeDocument/2006/relationships/slideLayout" Target="../slideLayouts/slideLayout139.xml"/><Relationship Id="rId15" Type="http://schemas.openxmlformats.org/officeDocument/2006/relationships/slideLayout" Target="../slideLayouts/slideLayout149.xml"/><Relationship Id="rId10" Type="http://schemas.openxmlformats.org/officeDocument/2006/relationships/slideLayout" Target="../slideLayouts/slideLayout144.xml"/><Relationship Id="rId19" Type="http://schemas.openxmlformats.org/officeDocument/2006/relationships/image" Target="../media/image12.png"/><Relationship Id="rId4" Type="http://schemas.openxmlformats.org/officeDocument/2006/relationships/slideLayout" Target="../slideLayouts/slideLayout138.xml"/><Relationship Id="rId9" Type="http://schemas.openxmlformats.org/officeDocument/2006/relationships/slideLayout" Target="../slideLayouts/slideLayout143.xml"/><Relationship Id="rId14" Type="http://schemas.openxmlformats.org/officeDocument/2006/relationships/slideLayout" Target="../slideLayouts/slideLayout148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9.xml"/><Relationship Id="rId13" Type="http://schemas.openxmlformats.org/officeDocument/2006/relationships/slideLayout" Target="../slideLayouts/slideLayout164.xml"/><Relationship Id="rId3" Type="http://schemas.openxmlformats.org/officeDocument/2006/relationships/slideLayout" Target="../slideLayouts/slideLayout154.xml"/><Relationship Id="rId7" Type="http://schemas.openxmlformats.org/officeDocument/2006/relationships/slideLayout" Target="../slideLayouts/slideLayout158.xml"/><Relationship Id="rId12" Type="http://schemas.openxmlformats.org/officeDocument/2006/relationships/slideLayout" Target="../slideLayouts/slideLayout163.xml"/><Relationship Id="rId17" Type="http://schemas.openxmlformats.org/officeDocument/2006/relationships/theme" Target="../theme/theme10.xml"/><Relationship Id="rId2" Type="http://schemas.openxmlformats.org/officeDocument/2006/relationships/slideLayout" Target="../slideLayouts/slideLayout153.xml"/><Relationship Id="rId16" Type="http://schemas.openxmlformats.org/officeDocument/2006/relationships/slideLayout" Target="../slideLayouts/slideLayout167.xml"/><Relationship Id="rId1" Type="http://schemas.openxmlformats.org/officeDocument/2006/relationships/slideLayout" Target="../slideLayouts/slideLayout152.xml"/><Relationship Id="rId6" Type="http://schemas.openxmlformats.org/officeDocument/2006/relationships/slideLayout" Target="../slideLayouts/slideLayout157.xml"/><Relationship Id="rId11" Type="http://schemas.openxmlformats.org/officeDocument/2006/relationships/slideLayout" Target="../slideLayouts/slideLayout162.xml"/><Relationship Id="rId5" Type="http://schemas.openxmlformats.org/officeDocument/2006/relationships/slideLayout" Target="../slideLayouts/slideLayout156.xml"/><Relationship Id="rId15" Type="http://schemas.openxmlformats.org/officeDocument/2006/relationships/slideLayout" Target="../slideLayouts/slideLayout166.xml"/><Relationship Id="rId10" Type="http://schemas.openxmlformats.org/officeDocument/2006/relationships/slideLayout" Target="../slideLayouts/slideLayout161.xml"/><Relationship Id="rId4" Type="http://schemas.openxmlformats.org/officeDocument/2006/relationships/slideLayout" Target="../slideLayouts/slideLayout155.xml"/><Relationship Id="rId9" Type="http://schemas.openxmlformats.org/officeDocument/2006/relationships/slideLayout" Target="../slideLayouts/slideLayout160.xml"/><Relationship Id="rId14" Type="http://schemas.openxmlformats.org/officeDocument/2006/relationships/slideLayout" Target="../slideLayouts/slideLayout165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5.xml"/><Relationship Id="rId13" Type="http://schemas.openxmlformats.org/officeDocument/2006/relationships/slideLayout" Target="../slideLayouts/slideLayout180.xml"/><Relationship Id="rId18" Type="http://schemas.openxmlformats.org/officeDocument/2006/relationships/theme" Target="../theme/theme11.xml"/><Relationship Id="rId3" Type="http://schemas.openxmlformats.org/officeDocument/2006/relationships/slideLayout" Target="../slideLayouts/slideLayout170.xml"/><Relationship Id="rId7" Type="http://schemas.openxmlformats.org/officeDocument/2006/relationships/slideLayout" Target="../slideLayouts/slideLayout174.xml"/><Relationship Id="rId12" Type="http://schemas.openxmlformats.org/officeDocument/2006/relationships/slideLayout" Target="../slideLayouts/slideLayout179.xml"/><Relationship Id="rId17" Type="http://schemas.openxmlformats.org/officeDocument/2006/relationships/slideLayout" Target="../slideLayouts/slideLayout184.xml"/><Relationship Id="rId2" Type="http://schemas.openxmlformats.org/officeDocument/2006/relationships/slideLayout" Target="../slideLayouts/slideLayout169.xml"/><Relationship Id="rId16" Type="http://schemas.openxmlformats.org/officeDocument/2006/relationships/slideLayout" Target="../slideLayouts/slideLayout183.xml"/><Relationship Id="rId1" Type="http://schemas.openxmlformats.org/officeDocument/2006/relationships/slideLayout" Target="../slideLayouts/slideLayout168.xml"/><Relationship Id="rId6" Type="http://schemas.openxmlformats.org/officeDocument/2006/relationships/slideLayout" Target="../slideLayouts/slideLayout173.xml"/><Relationship Id="rId11" Type="http://schemas.openxmlformats.org/officeDocument/2006/relationships/slideLayout" Target="../slideLayouts/slideLayout178.xml"/><Relationship Id="rId5" Type="http://schemas.openxmlformats.org/officeDocument/2006/relationships/slideLayout" Target="../slideLayouts/slideLayout172.xml"/><Relationship Id="rId15" Type="http://schemas.openxmlformats.org/officeDocument/2006/relationships/slideLayout" Target="../slideLayouts/slideLayout182.xml"/><Relationship Id="rId10" Type="http://schemas.openxmlformats.org/officeDocument/2006/relationships/slideLayout" Target="../slideLayouts/slideLayout177.xml"/><Relationship Id="rId4" Type="http://schemas.openxmlformats.org/officeDocument/2006/relationships/slideLayout" Target="../slideLayouts/slideLayout171.xml"/><Relationship Id="rId9" Type="http://schemas.openxmlformats.org/officeDocument/2006/relationships/slideLayout" Target="../slideLayouts/slideLayout176.xml"/><Relationship Id="rId14" Type="http://schemas.openxmlformats.org/officeDocument/2006/relationships/slideLayout" Target="../slideLayouts/slideLayout181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2.xml"/><Relationship Id="rId13" Type="http://schemas.openxmlformats.org/officeDocument/2006/relationships/slideLayout" Target="../slideLayouts/slideLayout197.xml"/><Relationship Id="rId3" Type="http://schemas.openxmlformats.org/officeDocument/2006/relationships/slideLayout" Target="../slideLayouts/slideLayout187.xml"/><Relationship Id="rId7" Type="http://schemas.openxmlformats.org/officeDocument/2006/relationships/slideLayout" Target="../slideLayouts/slideLayout191.xml"/><Relationship Id="rId12" Type="http://schemas.openxmlformats.org/officeDocument/2006/relationships/slideLayout" Target="../slideLayouts/slideLayout196.xml"/><Relationship Id="rId17" Type="http://schemas.openxmlformats.org/officeDocument/2006/relationships/theme" Target="../theme/theme12.xml"/><Relationship Id="rId2" Type="http://schemas.openxmlformats.org/officeDocument/2006/relationships/slideLayout" Target="../slideLayouts/slideLayout186.xml"/><Relationship Id="rId16" Type="http://schemas.openxmlformats.org/officeDocument/2006/relationships/slideLayout" Target="../slideLayouts/slideLayout200.xml"/><Relationship Id="rId1" Type="http://schemas.openxmlformats.org/officeDocument/2006/relationships/slideLayout" Target="../slideLayouts/slideLayout185.xml"/><Relationship Id="rId6" Type="http://schemas.openxmlformats.org/officeDocument/2006/relationships/slideLayout" Target="../slideLayouts/slideLayout190.xml"/><Relationship Id="rId11" Type="http://schemas.openxmlformats.org/officeDocument/2006/relationships/slideLayout" Target="../slideLayouts/slideLayout195.xml"/><Relationship Id="rId5" Type="http://schemas.openxmlformats.org/officeDocument/2006/relationships/slideLayout" Target="../slideLayouts/slideLayout189.xml"/><Relationship Id="rId15" Type="http://schemas.openxmlformats.org/officeDocument/2006/relationships/slideLayout" Target="../slideLayouts/slideLayout199.xml"/><Relationship Id="rId10" Type="http://schemas.openxmlformats.org/officeDocument/2006/relationships/slideLayout" Target="../slideLayouts/slideLayout194.xml"/><Relationship Id="rId4" Type="http://schemas.openxmlformats.org/officeDocument/2006/relationships/slideLayout" Target="../slideLayouts/slideLayout188.xml"/><Relationship Id="rId9" Type="http://schemas.openxmlformats.org/officeDocument/2006/relationships/slideLayout" Target="../slideLayouts/slideLayout193.xml"/><Relationship Id="rId14" Type="http://schemas.openxmlformats.org/officeDocument/2006/relationships/slideLayout" Target="../slideLayouts/slideLayout198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8.xml"/><Relationship Id="rId13" Type="http://schemas.openxmlformats.org/officeDocument/2006/relationships/slideLayout" Target="../slideLayouts/slideLayout213.xml"/><Relationship Id="rId18" Type="http://schemas.openxmlformats.org/officeDocument/2006/relationships/theme" Target="../theme/theme13.xml"/><Relationship Id="rId3" Type="http://schemas.openxmlformats.org/officeDocument/2006/relationships/slideLayout" Target="../slideLayouts/slideLayout203.xml"/><Relationship Id="rId7" Type="http://schemas.openxmlformats.org/officeDocument/2006/relationships/slideLayout" Target="../slideLayouts/slideLayout207.xml"/><Relationship Id="rId12" Type="http://schemas.openxmlformats.org/officeDocument/2006/relationships/slideLayout" Target="../slideLayouts/slideLayout212.xml"/><Relationship Id="rId17" Type="http://schemas.openxmlformats.org/officeDocument/2006/relationships/slideLayout" Target="../slideLayouts/slideLayout217.xml"/><Relationship Id="rId2" Type="http://schemas.openxmlformats.org/officeDocument/2006/relationships/slideLayout" Target="../slideLayouts/slideLayout202.xml"/><Relationship Id="rId16" Type="http://schemas.openxmlformats.org/officeDocument/2006/relationships/slideLayout" Target="../slideLayouts/slideLayout216.xml"/><Relationship Id="rId1" Type="http://schemas.openxmlformats.org/officeDocument/2006/relationships/slideLayout" Target="../slideLayouts/slideLayout201.xml"/><Relationship Id="rId6" Type="http://schemas.openxmlformats.org/officeDocument/2006/relationships/slideLayout" Target="../slideLayouts/slideLayout206.xml"/><Relationship Id="rId11" Type="http://schemas.openxmlformats.org/officeDocument/2006/relationships/slideLayout" Target="../slideLayouts/slideLayout211.xml"/><Relationship Id="rId5" Type="http://schemas.openxmlformats.org/officeDocument/2006/relationships/slideLayout" Target="../slideLayouts/slideLayout205.xml"/><Relationship Id="rId15" Type="http://schemas.openxmlformats.org/officeDocument/2006/relationships/slideLayout" Target="../slideLayouts/slideLayout215.xml"/><Relationship Id="rId10" Type="http://schemas.openxmlformats.org/officeDocument/2006/relationships/slideLayout" Target="../slideLayouts/slideLayout210.xml"/><Relationship Id="rId19" Type="http://schemas.openxmlformats.org/officeDocument/2006/relationships/image" Target="../media/image18.png"/><Relationship Id="rId4" Type="http://schemas.openxmlformats.org/officeDocument/2006/relationships/slideLayout" Target="../slideLayouts/slideLayout204.xml"/><Relationship Id="rId9" Type="http://schemas.openxmlformats.org/officeDocument/2006/relationships/slideLayout" Target="../slideLayouts/slideLayout209.xml"/><Relationship Id="rId14" Type="http://schemas.openxmlformats.org/officeDocument/2006/relationships/slideLayout" Target="../slideLayouts/slideLayout214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5.xml"/><Relationship Id="rId13" Type="http://schemas.openxmlformats.org/officeDocument/2006/relationships/slideLayout" Target="../slideLayouts/slideLayout230.xml"/><Relationship Id="rId18" Type="http://schemas.openxmlformats.org/officeDocument/2006/relationships/theme" Target="../theme/theme14.xml"/><Relationship Id="rId3" Type="http://schemas.openxmlformats.org/officeDocument/2006/relationships/slideLayout" Target="../slideLayouts/slideLayout220.xml"/><Relationship Id="rId7" Type="http://schemas.openxmlformats.org/officeDocument/2006/relationships/slideLayout" Target="../slideLayouts/slideLayout224.xml"/><Relationship Id="rId12" Type="http://schemas.openxmlformats.org/officeDocument/2006/relationships/slideLayout" Target="../slideLayouts/slideLayout229.xml"/><Relationship Id="rId17" Type="http://schemas.openxmlformats.org/officeDocument/2006/relationships/slideLayout" Target="../slideLayouts/slideLayout234.xml"/><Relationship Id="rId2" Type="http://schemas.openxmlformats.org/officeDocument/2006/relationships/slideLayout" Target="../slideLayouts/slideLayout219.xml"/><Relationship Id="rId16" Type="http://schemas.openxmlformats.org/officeDocument/2006/relationships/slideLayout" Target="../slideLayouts/slideLayout233.xml"/><Relationship Id="rId1" Type="http://schemas.openxmlformats.org/officeDocument/2006/relationships/slideLayout" Target="../slideLayouts/slideLayout218.xml"/><Relationship Id="rId6" Type="http://schemas.openxmlformats.org/officeDocument/2006/relationships/slideLayout" Target="../slideLayouts/slideLayout223.xml"/><Relationship Id="rId11" Type="http://schemas.openxmlformats.org/officeDocument/2006/relationships/slideLayout" Target="../slideLayouts/slideLayout228.xml"/><Relationship Id="rId5" Type="http://schemas.openxmlformats.org/officeDocument/2006/relationships/slideLayout" Target="../slideLayouts/slideLayout222.xml"/><Relationship Id="rId15" Type="http://schemas.openxmlformats.org/officeDocument/2006/relationships/slideLayout" Target="../slideLayouts/slideLayout232.xml"/><Relationship Id="rId10" Type="http://schemas.openxmlformats.org/officeDocument/2006/relationships/slideLayout" Target="../slideLayouts/slideLayout227.xml"/><Relationship Id="rId4" Type="http://schemas.openxmlformats.org/officeDocument/2006/relationships/slideLayout" Target="../slideLayouts/slideLayout221.xml"/><Relationship Id="rId9" Type="http://schemas.openxmlformats.org/officeDocument/2006/relationships/slideLayout" Target="../slideLayouts/slideLayout226.xml"/><Relationship Id="rId14" Type="http://schemas.openxmlformats.org/officeDocument/2006/relationships/slideLayout" Target="../slideLayouts/slideLayout231.xml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2.xml"/><Relationship Id="rId13" Type="http://schemas.openxmlformats.org/officeDocument/2006/relationships/slideLayout" Target="../slideLayouts/slideLayout247.xml"/><Relationship Id="rId18" Type="http://schemas.openxmlformats.org/officeDocument/2006/relationships/theme" Target="../theme/theme15.xml"/><Relationship Id="rId3" Type="http://schemas.openxmlformats.org/officeDocument/2006/relationships/slideLayout" Target="../slideLayouts/slideLayout237.xml"/><Relationship Id="rId7" Type="http://schemas.openxmlformats.org/officeDocument/2006/relationships/slideLayout" Target="../slideLayouts/slideLayout241.xml"/><Relationship Id="rId12" Type="http://schemas.openxmlformats.org/officeDocument/2006/relationships/slideLayout" Target="../slideLayouts/slideLayout246.xml"/><Relationship Id="rId17" Type="http://schemas.openxmlformats.org/officeDocument/2006/relationships/slideLayout" Target="../slideLayouts/slideLayout251.xml"/><Relationship Id="rId2" Type="http://schemas.openxmlformats.org/officeDocument/2006/relationships/slideLayout" Target="../slideLayouts/slideLayout236.xml"/><Relationship Id="rId16" Type="http://schemas.openxmlformats.org/officeDocument/2006/relationships/slideLayout" Target="../slideLayouts/slideLayout250.xml"/><Relationship Id="rId20" Type="http://schemas.openxmlformats.org/officeDocument/2006/relationships/image" Target="../media/image13.png"/><Relationship Id="rId1" Type="http://schemas.openxmlformats.org/officeDocument/2006/relationships/slideLayout" Target="../slideLayouts/slideLayout235.xml"/><Relationship Id="rId6" Type="http://schemas.openxmlformats.org/officeDocument/2006/relationships/slideLayout" Target="../slideLayouts/slideLayout240.xml"/><Relationship Id="rId11" Type="http://schemas.openxmlformats.org/officeDocument/2006/relationships/slideLayout" Target="../slideLayouts/slideLayout245.xml"/><Relationship Id="rId5" Type="http://schemas.openxmlformats.org/officeDocument/2006/relationships/slideLayout" Target="../slideLayouts/slideLayout239.xml"/><Relationship Id="rId15" Type="http://schemas.openxmlformats.org/officeDocument/2006/relationships/slideLayout" Target="../slideLayouts/slideLayout249.xml"/><Relationship Id="rId10" Type="http://schemas.openxmlformats.org/officeDocument/2006/relationships/slideLayout" Target="../slideLayouts/slideLayout244.xml"/><Relationship Id="rId19" Type="http://schemas.openxmlformats.org/officeDocument/2006/relationships/image" Target="../media/image12.png"/><Relationship Id="rId4" Type="http://schemas.openxmlformats.org/officeDocument/2006/relationships/slideLayout" Target="../slideLayouts/slideLayout238.xml"/><Relationship Id="rId9" Type="http://schemas.openxmlformats.org/officeDocument/2006/relationships/slideLayout" Target="../slideLayouts/slideLayout243.xml"/><Relationship Id="rId14" Type="http://schemas.openxmlformats.org/officeDocument/2006/relationships/slideLayout" Target="../slideLayouts/slideLayout2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2319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8380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  <p:sldLayoutId id="2147483730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634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8642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7" r:id="rId1"/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  <p:sldLayoutId id="2147483774" r:id="rId8"/>
    <p:sldLayoutId id="2147483775" r:id="rId9"/>
    <p:sldLayoutId id="2147483776" r:id="rId10"/>
    <p:sldLayoutId id="2147483777" r:id="rId11"/>
    <p:sldLayoutId id="2147483778" r:id="rId12"/>
    <p:sldLayoutId id="2147483779" r:id="rId13"/>
    <p:sldLayoutId id="2147483780" r:id="rId14"/>
    <p:sldLayoutId id="2147483781" r:id="rId15"/>
    <p:sldLayoutId id="2147483782" r:id="rId16"/>
    <p:sldLayoutId id="214748378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776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  <p:sldLayoutId id="2147483787" r:id="rId3"/>
    <p:sldLayoutId id="2147483788" r:id="rId4"/>
    <p:sldLayoutId id="2147483789" r:id="rId5"/>
    <p:sldLayoutId id="2147483790" r:id="rId6"/>
    <p:sldLayoutId id="2147483791" r:id="rId7"/>
    <p:sldLayoutId id="2147483792" r:id="rId8"/>
    <p:sldLayoutId id="2147483793" r:id="rId9"/>
    <p:sldLayoutId id="2147483794" r:id="rId10"/>
    <p:sldLayoutId id="2147483795" r:id="rId11"/>
    <p:sldLayoutId id="2147483796" r:id="rId12"/>
    <p:sldLayoutId id="2147483797" r:id="rId13"/>
    <p:sldLayoutId id="2147483798" r:id="rId14"/>
    <p:sldLayoutId id="2147483799" r:id="rId15"/>
    <p:sldLayoutId id="214748380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6491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8" r:id="rId1"/>
    <p:sldLayoutId id="2147483839" r:id="rId2"/>
    <p:sldLayoutId id="2147483840" r:id="rId3"/>
    <p:sldLayoutId id="2147483841" r:id="rId4"/>
    <p:sldLayoutId id="2147483842" r:id="rId5"/>
    <p:sldLayoutId id="2147483843" r:id="rId6"/>
    <p:sldLayoutId id="2147483844" r:id="rId7"/>
    <p:sldLayoutId id="2147483845" r:id="rId8"/>
    <p:sldLayoutId id="2147483846" r:id="rId9"/>
    <p:sldLayoutId id="2147483847" r:id="rId10"/>
    <p:sldLayoutId id="2147483848" r:id="rId11"/>
    <p:sldLayoutId id="2147483849" r:id="rId12"/>
    <p:sldLayoutId id="2147483850" r:id="rId13"/>
    <p:sldLayoutId id="2147483851" r:id="rId14"/>
    <p:sldLayoutId id="2147483852" r:id="rId15"/>
    <p:sldLayoutId id="2147483853" r:id="rId16"/>
    <p:sldLayoutId id="214748385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4pPr>
      <a:lvl5pPr marL="21145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2546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56" r:id="rId1"/>
    <p:sldLayoutId id="2147483857" r:id="rId2"/>
    <p:sldLayoutId id="2147483858" r:id="rId3"/>
    <p:sldLayoutId id="2147483859" r:id="rId4"/>
    <p:sldLayoutId id="2147483860" r:id="rId5"/>
    <p:sldLayoutId id="2147483861" r:id="rId6"/>
    <p:sldLayoutId id="2147483862" r:id="rId7"/>
    <p:sldLayoutId id="2147483863" r:id="rId8"/>
    <p:sldLayoutId id="2147483864" r:id="rId9"/>
    <p:sldLayoutId id="2147483865" r:id="rId10"/>
    <p:sldLayoutId id="2147483866" r:id="rId11"/>
    <p:sldLayoutId id="2147483867" r:id="rId12"/>
    <p:sldLayoutId id="2147483868" r:id="rId13"/>
    <p:sldLayoutId id="2147483869" r:id="rId14"/>
    <p:sldLayoutId id="2147483870" r:id="rId15"/>
    <p:sldLayoutId id="2147483871" r:id="rId16"/>
    <p:sldLayoutId id="214748387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7516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74" r:id="rId1"/>
    <p:sldLayoutId id="2147483875" r:id="rId2"/>
    <p:sldLayoutId id="2147483876" r:id="rId3"/>
    <p:sldLayoutId id="2147483877" r:id="rId4"/>
    <p:sldLayoutId id="2147483878" r:id="rId5"/>
    <p:sldLayoutId id="2147483879" r:id="rId6"/>
    <p:sldLayoutId id="2147483880" r:id="rId7"/>
    <p:sldLayoutId id="2147483881" r:id="rId8"/>
    <p:sldLayoutId id="2147483882" r:id="rId9"/>
    <p:sldLayoutId id="2147483883" r:id="rId10"/>
    <p:sldLayoutId id="2147483884" r:id="rId11"/>
    <p:sldLayoutId id="2147483885" r:id="rId12"/>
    <p:sldLayoutId id="2147483886" r:id="rId13"/>
    <p:sldLayoutId id="2147483887" r:id="rId14"/>
    <p:sldLayoutId id="2147483888" r:id="rId15"/>
    <p:sldLayoutId id="2147483889" r:id="rId16"/>
    <p:sldLayoutId id="2147483890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4pPr>
      <a:lvl5pPr marL="21145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88825" cy="6856215"/>
            <a:chOff x="0" y="0"/>
            <a:chExt cx="12188825" cy="6856215"/>
          </a:xfrm>
        </p:grpSpPr>
        <p:pic>
          <p:nvPicPr>
            <p:cNvPr id="8" name="Picture 7" descr="HD-PanelContent-V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1" y="76265"/>
              <a:ext cx="758952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0" y="6173526"/>
              <a:ext cx="758952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619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  <p:sldLayoutId id="2147483894" r:id="rId3"/>
    <p:sldLayoutId id="2147483895" r:id="rId4"/>
    <p:sldLayoutId id="2147483896" r:id="rId5"/>
    <p:sldLayoutId id="2147483897" r:id="rId6"/>
    <p:sldLayoutId id="2147483898" r:id="rId7"/>
    <p:sldLayoutId id="2147483899" r:id="rId8"/>
    <p:sldLayoutId id="2147483900" r:id="rId9"/>
    <p:sldLayoutId id="2147483901" r:id="rId10"/>
    <p:sldLayoutId id="2147483902" r:id="rId11"/>
    <p:sldLayoutId id="2147483903" r:id="rId12"/>
    <p:sldLayoutId id="2147483904" r:id="rId13"/>
    <p:sldLayoutId id="2147483905" r:id="rId14"/>
    <p:sldLayoutId id="2147483906" r:id="rId15"/>
    <p:sldLayoutId id="2147483907" r:id="rId16"/>
    <p:sldLayoutId id="2147483908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1168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27" r:id="rId1"/>
    <p:sldLayoutId id="2147483928" r:id="rId2"/>
    <p:sldLayoutId id="2147483929" r:id="rId3"/>
    <p:sldLayoutId id="2147483930" r:id="rId4"/>
    <p:sldLayoutId id="2147483931" r:id="rId5"/>
    <p:sldLayoutId id="2147483932" r:id="rId6"/>
    <p:sldLayoutId id="2147483933" r:id="rId7"/>
    <p:sldLayoutId id="2147483934" r:id="rId8"/>
    <p:sldLayoutId id="2147483935" r:id="rId9"/>
    <p:sldLayoutId id="2147483936" r:id="rId10"/>
    <p:sldLayoutId id="2147483937" r:id="rId11"/>
    <p:sldLayoutId id="2147483938" r:id="rId12"/>
    <p:sldLayoutId id="2147483939" r:id="rId13"/>
    <p:sldLayoutId id="2147483940" r:id="rId14"/>
    <p:sldLayoutId id="2147483941" r:id="rId15"/>
    <p:sldLayoutId id="214748394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720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74" r:id="rId1"/>
    <p:sldLayoutId id="2147483975" r:id="rId2"/>
    <p:sldLayoutId id="2147483976" r:id="rId3"/>
    <p:sldLayoutId id="2147483977" r:id="rId4"/>
    <p:sldLayoutId id="2147483978" r:id="rId5"/>
    <p:sldLayoutId id="2147483979" r:id="rId6"/>
    <p:sldLayoutId id="2147483980" r:id="rId7"/>
    <p:sldLayoutId id="2147483981" r:id="rId8"/>
    <p:sldLayoutId id="2147483982" r:id="rId9"/>
    <p:sldLayoutId id="2147483983" r:id="rId10"/>
    <p:sldLayoutId id="2147483984" r:id="rId11"/>
    <p:sldLayoutId id="2147483985" r:id="rId12"/>
    <p:sldLayoutId id="2147483986" r:id="rId13"/>
    <p:sldLayoutId id="2147483987" r:id="rId14"/>
    <p:sldLayoutId id="2147483988" r:id="rId15"/>
    <p:sldLayoutId id="2147483989" r:id="rId16"/>
    <p:sldLayoutId id="2147483990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1333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92" r:id="rId1"/>
    <p:sldLayoutId id="2147483993" r:id="rId2"/>
    <p:sldLayoutId id="2147483994" r:id="rId3"/>
    <p:sldLayoutId id="2147483995" r:id="rId4"/>
    <p:sldLayoutId id="2147483996" r:id="rId5"/>
    <p:sldLayoutId id="2147483997" r:id="rId6"/>
    <p:sldLayoutId id="2147483998" r:id="rId7"/>
    <p:sldLayoutId id="2147483999" r:id="rId8"/>
    <p:sldLayoutId id="2147484000" r:id="rId9"/>
    <p:sldLayoutId id="2147484001" r:id="rId10"/>
    <p:sldLayoutId id="2147484002" r:id="rId11"/>
    <p:sldLayoutId id="2147484003" r:id="rId12"/>
    <p:sldLayoutId id="2147484004" r:id="rId13"/>
    <p:sldLayoutId id="2147484005" r:id="rId14"/>
    <p:sldLayoutId id="2147484006" r:id="rId15"/>
    <p:sldLayoutId id="214748400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665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7" r:id="rId1"/>
    <p:sldLayoutId id="2147484028" r:id="rId2"/>
    <p:sldLayoutId id="2147484029" r:id="rId3"/>
    <p:sldLayoutId id="2147484030" r:id="rId4"/>
    <p:sldLayoutId id="2147484031" r:id="rId5"/>
    <p:sldLayoutId id="2147484032" r:id="rId6"/>
    <p:sldLayoutId id="2147484033" r:id="rId7"/>
    <p:sldLayoutId id="2147484034" r:id="rId8"/>
    <p:sldLayoutId id="2147484035" r:id="rId9"/>
    <p:sldLayoutId id="2147484036" r:id="rId10"/>
    <p:sldLayoutId id="2147484037" r:id="rId11"/>
    <p:sldLayoutId id="2147484038" r:id="rId12"/>
    <p:sldLayoutId id="2147484039" r:id="rId13"/>
    <p:sldLayoutId id="2147484040" r:id="rId14"/>
    <p:sldLayoutId id="2147484041" r:id="rId15"/>
    <p:sldLayoutId id="2147484042" r:id="rId16"/>
    <p:sldLayoutId id="214748404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278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5" r:id="rId1"/>
    <p:sldLayoutId id="2147484046" r:id="rId2"/>
    <p:sldLayoutId id="2147484047" r:id="rId3"/>
    <p:sldLayoutId id="2147484048" r:id="rId4"/>
    <p:sldLayoutId id="2147484049" r:id="rId5"/>
    <p:sldLayoutId id="2147484050" r:id="rId6"/>
    <p:sldLayoutId id="2147484051" r:id="rId7"/>
    <p:sldLayoutId id="2147484052" r:id="rId8"/>
    <p:sldLayoutId id="2147484053" r:id="rId9"/>
    <p:sldLayoutId id="2147484054" r:id="rId10"/>
    <p:sldLayoutId id="2147484055" r:id="rId11"/>
    <p:sldLayoutId id="2147484056" r:id="rId12"/>
    <p:sldLayoutId id="2147484057" r:id="rId13"/>
    <p:sldLayoutId id="2147484058" r:id="rId14"/>
    <p:sldLayoutId id="2147484059" r:id="rId15"/>
    <p:sldLayoutId id="2147484060" r:id="rId16"/>
    <p:sldLayoutId id="214748406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88825" cy="6856215"/>
            <a:chOff x="0" y="0"/>
            <a:chExt cx="12188825" cy="6856215"/>
          </a:xfrm>
        </p:grpSpPr>
        <p:pic>
          <p:nvPicPr>
            <p:cNvPr id="8" name="Picture 7" descr="HD-PanelContent-V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1" y="76265"/>
              <a:ext cx="758952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0" y="6173526"/>
              <a:ext cx="758952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DB08D4C-D651-42D4-AB04-D0D09BD849E0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D37CC82-A295-45F3-BECA-55BF9A715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853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1" r:id="rId1"/>
    <p:sldLayoutId id="2147484082" r:id="rId2"/>
    <p:sldLayoutId id="2147484083" r:id="rId3"/>
    <p:sldLayoutId id="2147484084" r:id="rId4"/>
    <p:sldLayoutId id="2147484085" r:id="rId5"/>
    <p:sldLayoutId id="2147484086" r:id="rId6"/>
    <p:sldLayoutId id="2147484087" r:id="rId7"/>
    <p:sldLayoutId id="2147484088" r:id="rId8"/>
    <p:sldLayoutId id="2147484089" r:id="rId9"/>
    <p:sldLayoutId id="2147484090" r:id="rId10"/>
    <p:sldLayoutId id="2147484091" r:id="rId11"/>
    <p:sldLayoutId id="2147484092" r:id="rId12"/>
    <p:sldLayoutId id="2147484093" r:id="rId13"/>
    <p:sldLayoutId id="2147484094" r:id="rId14"/>
    <p:sldLayoutId id="2147484095" r:id="rId15"/>
    <p:sldLayoutId id="2147484096" r:id="rId16"/>
    <p:sldLayoutId id="214748409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3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4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4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4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5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5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9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9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9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10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0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0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12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14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15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5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174.xml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7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7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9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0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2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4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4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audio" Target="../media/audio5.wav"/><Relationship Id="rId1" Type="http://schemas.openxmlformats.org/officeDocument/2006/relationships/slideLayout" Target="../slideLayouts/slideLayout2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9643" y="719847"/>
            <a:ext cx="6948791" cy="2624746"/>
          </a:xfrm>
        </p:spPr>
        <p:txBody>
          <a:bodyPr>
            <a:normAutofit/>
          </a:bodyPr>
          <a:lstStyle/>
          <a:p>
            <a:r>
              <a:rPr lang="si-LK" dirty="0" smtClean="0">
                <a:latin typeface="0KDARALIYA" pitchFamily="2" charset="0"/>
              </a:rPr>
              <a:t/>
            </a:r>
            <a:br>
              <a:rPr lang="si-LK" dirty="0" smtClean="0">
                <a:latin typeface="0KDARALIYA" pitchFamily="2" charset="0"/>
              </a:rPr>
            </a:br>
            <a:endParaRPr lang="en-US" dirty="0">
              <a:latin typeface="0KDARALIYA" pitchFamily="2" charset="0"/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692396" y="3766238"/>
            <a:ext cx="6815669" cy="1320802"/>
          </a:xfrm>
        </p:spPr>
        <p:txBody>
          <a:bodyPr/>
          <a:lstStyle/>
          <a:p>
            <a:r>
              <a:rPr lang="en-US" dirty="0" smtClean="0">
                <a:latin typeface="Wide Latin" panose="020A0A07050505020404" pitchFamily="18" charset="0"/>
              </a:rPr>
              <a:t>GRADE 7 </a:t>
            </a:r>
          </a:p>
          <a:p>
            <a:r>
              <a:rPr lang="en-US" dirty="0" smtClean="0">
                <a:latin typeface="Elephant" panose="02020904090505020303" pitchFamily="18" charset="0"/>
              </a:rPr>
              <a:t>P.T.S</a:t>
            </a:r>
            <a:endParaRPr lang="en-US" dirty="0">
              <a:latin typeface="Elephant" panose="02020904090505020303" pitchFamily="18" charset="0"/>
            </a:endParaRPr>
          </a:p>
        </p:txBody>
      </p:sp>
      <p:sp>
        <p:nvSpPr>
          <p:cNvPr id="6" name="Vertical Scroll 5"/>
          <p:cNvSpPr/>
          <p:nvPr/>
        </p:nvSpPr>
        <p:spPr>
          <a:xfrm>
            <a:off x="2997108" y="1010760"/>
            <a:ext cx="6206247" cy="1857983"/>
          </a:xfrm>
          <a:prstGeom prst="verticalScroll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i-LK" sz="4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ව්‍යාපාර කටයුතු</a:t>
            </a:r>
            <a:endParaRPr lang="si-LK" sz="4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48125" y="6092575"/>
            <a:ext cx="4726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PRESENTATION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07374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  <p:sndAc>
          <p:stSnd>
            <p:snd r:embed="rId2" name="drumroll.wav"/>
          </p:stSnd>
        </p:sndAc>
      </p:transition>
    </mc:Choice>
    <mc:Fallback>
      <p:transition spd="slow">
        <p:fade/>
        <p:sndAc>
          <p:stSnd>
            <p:snd r:embed="rId2" name="drumroll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805" y="4605913"/>
            <a:ext cx="7777537" cy="1323439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si-LK" sz="2000" b="1" cap="none" spc="0" dirty="0" smtClean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භාණ්ඩ හා සේවා හුවමාරු කර ගැනීම සඳහා මිලක් ගෙවීමට හැකි ඉල්ලුම්කරුවන් හා සැපයුම්කරුවන් ඒකරාශී වන ඕනෑම ස්ථානයක් වෙළඳපොළක් ලෙස හැඳින්වේ. ග්‍රාමීය ප්‍රදේශවලත් විවිධ ආකාරයේ වෙළඳපොළවල් ඇත.</a:t>
            </a:r>
            <a:endParaRPr lang="en-US" sz="2000" b="1" cap="none" spc="0" dirty="0" smtClean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51334" y="619710"/>
            <a:ext cx="6096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si-LK" sz="2000" b="1" i="0" dirty="0" smtClean="0">
                <a:solidFill>
                  <a:srgbClr val="2E2B29"/>
                </a:solidFill>
                <a:effectLst/>
                <a:latin typeface="Inter"/>
              </a:rPr>
              <a:t>භාණ්ඩ හා සේවා හුවමාරු කර ගැනීම සඳහා මිලක් ගෙවීමට හැකි ඉල්ලුම්කරුවන් හා සැපයුම්කරුවන් ඒකරාශී වන ඕනෑම ස්ථානයක් වෙළඳපොළක් ලෙස හැඳින්වේ. ග්‍රාමීය ප්‍රදේශවලත් විවිධ ආකාරයේ වෙළඳපොළවල් ඇත.</a:t>
            </a:r>
            <a:endParaRPr lang="en-US" sz="20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599" y="2023009"/>
            <a:ext cx="4855221" cy="2582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9889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  <p:sndAc>
          <p:stSnd>
            <p:snd r:embed="rId2" name="camera.wav"/>
          </p:stSnd>
        </p:sndAc>
      </p:transition>
    </mc:Choice>
    <mc:Fallback>
      <p:transition spd="slow">
        <p:split orient="vert"/>
        <p:sndAc>
          <p:stSnd>
            <p:snd r:embed="rId2" name="camera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Terminator 4"/>
          <p:cNvSpPr/>
          <p:nvPr/>
        </p:nvSpPr>
        <p:spPr>
          <a:xfrm>
            <a:off x="3131617" y="306048"/>
            <a:ext cx="5615873" cy="891574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i-LK" dirty="0" smtClean="0"/>
              <a:t>නූතන වෙළඳපොළෙහි මූලික ලක්ෂණ:</a:t>
            </a:r>
            <a:endParaRPr lang="si-LK" dirty="0"/>
          </a:p>
        </p:txBody>
      </p:sp>
      <p:sp>
        <p:nvSpPr>
          <p:cNvPr id="7" name="TextBox 6"/>
          <p:cNvSpPr txBox="1"/>
          <p:nvPr/>
        </p:nvSpPr>
        <p:spPr>
          <a:xfrm>
            <a:off x="-64737" y="1440343"/>
            <a:ext cx="983991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si-LK" sz="2200" dirty="0" smtClean="0">
                <a:solidFill>
                  <a:schemeClr val="bg1"/>
                </a:solidFill>
              </a:rPr>
              <a:t>සැපයුම්කරුවෝ විශාල පිරිසක් වෙළඳපොළට භාණ්ඩ හා සේවා සැපයීමේ නිරතව සිටින අතර ඔවුහු ඉල්ලුම්කරුවන්ගේ කැමැත්ත සඳහා විවිධ උපාය  අනුගමනය කරති.</a:t>
            </a:r>
            <a:endParaRPr lang="si-LK" sz="2200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56565" y="2306888"/>
            <a:ext cx="89659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si-LK" sz="2200" dirty="0" smtClean="0">
                <a:solidFill>
                  <a:schemeClr val="bg1"/>
                </a:solidFill>
              </a:rPr>
              <a:t> ප්‍රමාණාත්මක වශයෙන් ඉල්ලුම්කරුවන් විශාල පිරිසක් භාණ්ඩ හා සේවා මිලදී ගැනීමට වෙළඳපොළට පැමිණෙයි.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3133673"/>
            <a:ext cx="1030116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si-LK" sz="2200" dirty="0" smtClean="0">
                <a:solidFill>
                  <a:schemeClr val="bg1"/>
                </a:solidFill>
              </a:rPr>
              <a:t>වෙළඳපොලේ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si-LK" sz="2200" dirty="0" smtClean="0">
                <a:solidFill>
                  <a:schemeClr val="bg1"/>
                </a:solidFill>
              </a:rPr>
              <a:t> මිල තීරණය වන්නේ ඉල්ලුම්කරුවන්ට සැපයුම්කරුවන්ටත්  එකඟ වූ මිලකටය. 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456565" y="3915512"/>
            <a:ext cx="793828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si-LK" sz="2200" dirty="0" smtClean="0">
                <a:solidFill>
                  <a:schemeClr val="bg1"/>
                </a:solidFill>
              </a:rPr>
              <a:t>  වෙළෙඳපොලේ දක්නට ලැබෙන භාණ්ඩ අතරින් විවිධ සැපයුම්කරුවන් විසින්  එකම පන්නයේ භාණ්ඩ වෙළඳපොලට යොමු කරයි. මේවා සමජාතීය භාණ්ඩ ලෙස හඳුන්වයි. 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5078506"/>
            <a:ext cx="876367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si-LK" sz="2200" dirty="0" smtClean="0">
                <a:solidFill>
                  <a:schemeClr val="bg1"/>
                </a:solidFill>
              </a:rPr>
              <a:t>නූතන වෙළඳසැල් වල ඉල්ලුම්කරුවාට නිදහසේ තමාට අවශ්‍ය ආකාරයට භාණ්ඩ තෝරා ගැනීමට දීම කැපී පෙනෙන ලක්ෂණයකි.</a:t>
            </a:r>
            <a:endParaRPr lang="en-US" sz="2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5463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  <p:sndAc>
          <p:stSnd>
            <p:snd r:embed="rId2" name="camera.wav"/>
          </p:stSnd>
        </p:sndAc>
      </p:transition>
    </mc:Choice>
    <mc:Fallback xmlns="">
      <p:transition spd="slow">
        <p:fade/>
        <p:sndAc>
          <p:stSnd>
            <p:snd r:embed="rId3" name="camera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loud Callout 2"/>
          <p:cNvSpPr/>
          <p:nvPr/>
        </p:nvSpPr>
        <p:spPr>
          <a:xfrm>
            <a:off x="4321651" y="107092"/>
            <a:ext cx="4566976" cy="2084174"/>
          </a:xfrm>
          <a:prstGeom prst="cloudCallou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i-LK" sz="2800" b="1" dirty="0" smtClean="0">
                <a:solidFill>
                  <a:schemeClr val="bg1"/>
                </a:solidFill>
              </a:rPr>
              <a:t>හොඳම දෑ හොඳම තැනකින් හොඳට සිතා බලා මිලදී ගනිමු.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6" name="Vertical Scroll 5"/>
          <p:cNvSpPr/>
          <p:nvPr/>
        </p:nvSpPr>
        <p:spPr>
          <a:xfrm>
            <a:off x="790832" y="3105665"/>
            <a:ext cx="10033686" cy="3624648"/>
          </a:xfrm>
          <a:prstGeom prst="verticalScroll">
            <a:avLst/>
          </a:prstGeom>
          <a:solidFill>
            <a:schemeClr val="tx1"/>
          </a:solidFill>
          <a:ln>
            <a:solidFill>
              <a:schemeClr val="bg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si-LK" sz="2800" dirty="0" smtClean="0">
                <a:ln w="22225">
                  <a:solidFill>
                    <a:schemeClr val="bg1"/>
                  </a:solidFill>
                  <a:prstDash val="solid"/>
                </a:ln>
                <a:solidFill>
                  <a:schemeClr val="bg1">
                    <a:lumMod val="95000"/>
                    <a:lumOff val="5000"/>
                  </a:schemeClr>
                </a:solidFill>
              </a:rPr>
              <a:t> </a:t>
            </a:r>
            <a:r>
              <a:rPr lang="si-LK" sz="2800" dirty="0" smtClean="0">
                <a:ln w="222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</a:rPr>
              <a:t>සමජාතීය භාණ්ඩ හා සේවා සපයන සැපයුම්කරුවන් මෙන්ම ඉල්ලුම්කරුවන් රාශියක් සිටින නූතන වෙළඳපොල සංකීර්ණ හා දැඩි තරගකාරී ස්වභාවයක් ගනී. </a:t>
            </a:r>
          </a:p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si-LK" sz="2800" dirty="0" smtClean="0">
                <a:ln w="222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</a:rPr>
              <a:t>එම භාණ්ඩ අතුරින් පාරිභෝගිකයා  වැය කරන මුදලට සරිලන තෘප්තියක් ලබාගැනීමට භාණ්ඩ හා සේවා  තෝරා  ගැනීමේදී විවිධ කරුණු පිළිබඳව අවධානය යොමු කරයි. </a:t>
            </a:r>
            <a:endParaRPr lang="en-US" sz="2800" dirty="0">
              <a:ln w="222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11169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  <p:sndAc>
          <p:stSnd>
            <p:snd r:embed="rId2" name="camera.wav"/>
          </p:stSnd>
        </p:sndAc>
      </p:transition>
    </mc:Choice>
    <mc:Fallback>
      <p:transition spd="slow">
        <p:fade/>
        <p:sndAc>
          <p:stSnd>
            <p:snd r:embed="rId2" name="camera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chart: Predefined Process 1"/>
          <p:cNvSpPr/>
          <p:nvPr/>
        </p:nvSpPr>
        <p:spPr>
          <a:xfrm>
            <a:off x="3459891" y="164755"/>
            <a:ext cx="5412260" cy="2759676"/>
          </a:xfrm>
          <a:prstGeom prst="flowChartPredefinedProcess">
            <a:avLst/>
          </a:prstGeom>
          <a:solidFill>
            <a:schemeClr val="bg2"/>
          </a:solidFill>
          <a:ln>
            <a:noFill/>
          </a:ln>
          <a:effectLst>
            <a:glow rad="228600">
              <a:schemeClr val="accent1">
                <a:satMod val="175000"/>
                <a:alpha val="40000"/>
              </a:schemeClr>
            </a:glow>
            <a:outerShdw blurRad="225425" dist="50800" dir="5220000" algn="ctr">
              <a:srgbClr val="000000">
                <a:alpha val="33000"/>
              </a:srgbClr>
            </a:outerShdw>
            <a:softEdge rad="31750"/>
          </a:effectLst>
          <a:scene3d>
            <a:camera prst="orthographicFront"/>
            <a:lightRig rig="threePt" dir="t"/>
          </a:scene3d>
          <a:sp3d>
            <a:bevelT prst="slop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i-LK" sz="2600" b="1" dirty="0" smtClean="0">
                <a:solidFill>
                  <a:schemeClr val="tx1"/>
                </a:solidFill>
              </a:rPr>
              <a:t>පාරිභෝගිකයාගේ තෘප්තිය සඳහා හා පාරිභෝගිකයා වැය කරන මුදලට සරිලන හාණ්ඩ හා සේවා තෝරා ගැනීමේදී පහත කරුණු පිළිබඳව අවධානය යොමු කරයි. </a:t>
            </a: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10746" y="3534030"/>
            <a:ext cx="9588843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i-LK" sz="2800" b="1" dirty="0" smtClean="0"/>
              <a:t> </a:t>
            </a:r>
            <a:r>
              <a:rPr lang="si-LK" sz="3600" b="1" i="1" u="sng" dirty="0" smtClean="0"/>
              <a:t>මිල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si-LK" sz="2800" dirty="0" smtClean="0"/>
              <a:t> යමක් මිලදී ගැනීමට පෙර බොහෝ පාරිභෝගිකයන් විකුණුම් මිල</a:t>
            </a:r>
            <a:r>
              <a:rPr lang="en-US" sz="2800" dirty="0" smtClean="0"/>
              <a:t> </a:t>
            </a:r>
            <a:r>
              <a:rPr lang="si-LK" sz="2800" dirty="0" smtClean="0"/>
              <a:t>විමසා වෙළඳපොලේ පවතින සමජාතීය භාණ්ඩ අතුරින් භාණ්ඩ මිල ගණන් සසදා මිලට ගන්නෙ කුමක්ද යන්න තීරණය කරයි.</a:t>
            </a:r>
          </a:p>
          <a:p>
            <a:r>
              <a:rPr lang="si-LK" sz="2800" dirty="0" smtClean="0"/>
              <a:t>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195550328"/>
      </p:ext>
    </p:extLst>
  </p:cSld>
  <p:clrMapOvr>
    <a:masterClrMapping/>
  </p:clrMapOvr>
  <p:transition spd="slow">
    <p:randomBar dir="vert"/>
    <p:sndAc>
      <p:stSnd>
        <p:snd r:embed="rId2" name="chim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65190" y="140043"/>
            <a:ext cx="10157254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i-LK" sz="3600" b="1" i="1" u="sng" dirty="0" smtClean="0"/>
              <a:t>ක්‍රය ශක්තිය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si-LK" sz="2800" dirty="0" smtClean="0"/>
              <a:t>පාරිභෝගිකයා අත ඇති මුදල අනුව ඔහුගේ මිලදීගැනීමේ හැකියාව හෙවත් ක්‍රය ශක්තිය තීරණය වේ.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si-LK" sz="2800" dirty="0" smtClean="0"/>
              <a:t>ඉහල ක්‍රය ශක්තියක් ඇති පාරිභෝගිකයන් මිල අධික භාණ්ඩ ඉල්ලුම් කරන අතර ක්‍රය ශක්තිය අඩු පාරිභෝගිකයන් මිල අඩු භාණ්ඩ තෝරාගනියි.</a:t>
            </a:r>
            <a:endParaRPr 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1565190" y="2940810"/>
            <a:ext cx="8657968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i-LK" sz="3600" b="1" i="1" u="sng" dirty="0" smtClean="0"/>
              <a:t>ගුණාත්මක බව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si-LK" sz="2800" dirty="0" smtClean="0"/>
              <a:t>භාණ්ඩයක මිල සමග ගුණාත්මක බව ද ගැනුම්කරුවන්ගේ සැලකිල්ලට භාජනය වේ.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si-LK" sz="2800" dirty="0" smtClean="0"/>
              <a:t>භාණ්ඩයක කල්පැවැත්ම,ක්‍රියාකාරිත්වය හා නිමාව අනුව එම භාණ්ඩයේ ගුණාත්මක බව තීරණය වෙයි.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si-LK" sz="2800" dirty="0" smtClean="0"/>
              <a:t>ගුණාත්මක බව වැඩි භාණ්ඩවල මිල ඉහළ මට්ටමක පවතින අතර ගුණාත්මක බව ඉහල යන විට විකුණුම් මිලද ඉහළ යයි.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590648203"/>
      </p:ext>
    </p:extLst>
  </p:cSld>
  <p:clrMapOvr>
    <a:masterClrMapping/>
  </p:clrMapOvr>
  <p:transition spd="slow">
    <p:randomBar dir="vert"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97811" y="491706"/>
            <a:ext cx="9445925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i-LK" sz="3600" b="1" i="1" u="sng" dirty="0" smtClean="0"/>
              <a:t>රුචිකත්වය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si-LK" sz="2800" dirty="0" smtClean="0"/>
              <a:t>පාරිභෝගික කැමැත්ත නැතහොත් රුචිකත්වය අනුවද තෝරාගන්නා භාණ්ඩය කුමක්දැයි තීරණය කෙරේ.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si-LK" sz="2800" dirty="0" smtClean="0"/>
              <a:t>මෝස්තරය,නිමාව,වර්ණය,පෙනුම වැනි කරුණු රුචිකත්වයට  බලපෑමක් ඇති කරයි.</a:t>
            </a:r>
            <a:endParaRPr lang="si-LK" sz="2800" dirty="0"/>
          </a:p>
        </p:txBody>
      </p:sp>
      <p:sp>
        <p:nvSpPr>
          <p:cNvPr id="3" name="TextBox 2"/>
          <p:cNvSpPr txBox="1"/>
          <p:nvPr/>
        </p:nvSpPr>
        <p:spPr>
          <a:xfrm rot="10800000" flipH="1" flipV="1">
            <a:off x="537425" y="2837831"/>
            <a:ext cx="8925752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i-LK" sz="3600" b="1" i="1" u="sng" dirty="0" smtClean="0"/>
              <a:t>ප්‍රමිතිය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si-LK" sz="2800" dirty="0" smtClean="0"/>
              <a:t>නියමිත ප්‍රමිතියෙන් යුතු භාණ්ඩ සදහා ශ්‍රී ලංකා ප්‍රමිති ආයතනය මගින්</a:t>
            </a:r>
            <a:r>
              <a:rPr lang="si-LK" sz="2800" dirty="0" smtClean="0">
                <a:latin typeface="Viner Hand ITC" panose="03070502030502020203" pitchFamily="66" charset="0"/>
              </a:rPr>
              <a:t> </a:t>
            </a:r>
            <a:r>
              <a:rPr lang="en-US" sz="2800" b="1" u="sng" dirty="0" smtClean="0">
                <a:solidFill>
                  <a:srgbClr val="00B0F0"/>
                </a:solidFill>
                <a:latin typeface="Viner Hand ITC" panose="03070502030502020203" pitchFamily="66" charset="0"/>
              </a:rPr>
              <a:t>SLS</a:t>
            </a:r>
            <a:r>
              <a:rPr lang="en-US" sz="2800" dirty="0" smtClean="0">
                <a:latin typeface="Viner Hand ITC" panose="03070502030502020203" pitchFamily="66" charset="0"/>
              </a:rPr>
              <a:t> </a:t>
            </a:r>
            <a:r>
              <a:rPr lang="si-LK" sz="2800" dirty="0" smtClean="0"/>
              <a:t>සහතිකය නිකුත් කරනින් පාරිභෝගිකයා භාණ්ඩ මිලදීම ගැනීමේ දී ඒ පිළිබඳව සැලකිලිමත් විය යුතුය.</a:t>
            </a:r>
            <a:endParaRPr lang="si-LK" sz="2800" dirty="0"/>
          </a:p>
        </p:txBody>
      </p:sp>
    </p:spTree>
    <p:extLst>
      <p:ext uri="{BB962C8B-B14F-4D97-AF65-F5344CB8AC3E}">
        <p14:creationId xmlns:p14="http://schemas.microsoft.com/office/powerpoint/2010/main" val="1198457991"/>
      </p:ext>
    </p:extLst>
  </p:cSld>
  <p:clrMapOvr>
    <a:masterClrMapping/>
  </p:clrMapOvr>
  <p:transition spd="slow">
    <p:randomBar dir="vert"/>
    <p:sndAc>
      <p:stSnd>
        <p:snd r:embed="rId2" name="camera.wav"/>
      </p:stSnd>
    </p:sndAc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entagon 2"/>
          <p:cNvSpPr/>
          <p:nvPr/>
        </p:nvSpPr>
        <p:spPr>
          <a:xfrm>
            <a:off x="2785865" y="226694"/>
            <a:ext cx="6992449" cy="1700959"/>
          </a:xfrm>
          <a:prstGeom prst="homePlate">
            <a:avLst/>
          </a:prstGeom>
          <a:solidFill>
            <a:schemeClr val="bg2">
              <a:lumMod val="5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i-LK" sz="3200" dirty="0" smtClean="0"/>
              <a:t>වෙළෙඳපොළ විෂමාචාර පිළිබඳව දැනුවත්  වෙමු. </a:t>
            </a:r>
            <a:endParaRPr lang="en-US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659027" y="2471352"/>
            <a:ext cx="7521146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si-LK" sz="2800" dirty="0" smtClean="0"/>
              <a:t>ඉතා තරගකාරී නූතන වෙළඳපොල තුලින් අනෙකුත් භාණ්ඩ හා සේවා අභිබවා තම ආදායම වැඩිකර ගැනීම සඳහා සමහර සැපයුම්කරුවන් වැරදි ක්‍රියාවල යෙදෙනු ලැබේ.  එවැනි ක්‍රියා වෙළඳපොළ විෂමාචාර ලෙස හැඳින්වේ.</a:t>
            </a:r>
          </a:p>
          <a:p>
            <a:r>
              <a:rPr lang="si-LK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788121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  <p:sndAc>
          <p:stSnd>
            <p:snd r:embed="rId2" name="chimes.wav"/>
          </p:stSnd>
        </p:sndAc>
      </p:transition>
    </mc:Choice>
    <mc:Fallback>
      <p:transition spd="slow">
        <p:fade/>
        <p:sndAc>
          <p:stSnd>
            <p:snd r:embed="rId2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ve 1"/>
          <p:cNvSpPr/>
          <p:nvPr/>
        </p:nvSpPr>
        <p:spPr>
          <a:xfrm>
            <a:off x="3390181" y="293064"/>
            <a:ext cx="4623759" cy="2044694"/>
          </a:xfrm>
          <a:prstGeom prst="wave">
            <a:avLst>
              <a:gd name="adj1" fmla="val 12500"/>
              <a:gd name="adj2" fmla="val 211"/>
            </a:avLst>
          </a:prstGeom>
          <a:solidFill>
            <a:schemeClr val="bg2">
              <a:lumMod val="60000"/>
              <a:lumOff val="40000"/>
            </a:schemeClr>
          </a:solidFill>
          <a:scene3d>
            <a:camera prst="isometricOffAxis1Righ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i-LK" sz="4000" dirty="0" smtClean="0">
                <a:solidFill>
                  <a:schemeClr val="bg1">
                    <a:lumMod val="85000"/>
                    <a:lumOff val="15000"/>
                  </a:schemeClr>
                </a:solidFill>
              </a:rPr>
              <a:t>වෙළඳපොල විෂමාචාර </a:t>
            </a:r>
            <a:endParaRPr lang="en-US" sz="4000" dirty="0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80226" y="2751826"/>
            <a:ext cx="100584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§"/>
            </a:pPr>
            <a:r>
              <a:rPr lang="si-LK" sz="3600" dirty="0" smtClean="0"/>
              <a:t>භාණ්ඩවල විකුණුම් මිල ප්‍රදර්ශනය නොකිරීම. 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si-LK" sz="3600" dirty="0" smtClean="0"/>
              <a:t>නියමිත බර හෝ ප්‍රමාණය වෙනස් කිරීම.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si-LK" sz="3600" dirty="0" smtClean="0"/>
              <a:t>ගුණාත්මක බවින් අඩු භාණ්ඩ සමග මිශ්‍ර කිරීම.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si-LK" sz="3600" dirty="0" smtClean="0"/>
              <a:t>කල් ඉකුත් වූ භාණ්ඩ අලෙවි කිරීම.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si-LK" sz="3600" dirty="0" smtClean="0"/>
              <a:t>ඉතිරි මුදල් නිවරදිව ලබා නොදීම.</a:t>
            </a:r>
          </a:p>
          <a:p>
            <a:endParaRPr lang="si-LK" sz="3600" dirty="0" smtClean="0"/>
          </a:p>
          <a:p>
            <a:r>
              <a:rPr lang="si-LK" sz="3600" dirty="0" smtClean="0"/>
              <a:t> 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81893831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  <p:sndAc>
          <p:stSnd>
            <p:snd r:embed="rId2" name="camera.wav"/>
          </p:stSnd>
        </p:sndAc>
      </p:transition>
    </mc:Choice>
    <mc:Fallback>
      <p:transition spd="slow">
        <p:fade/>
        <p:sndAc>
          <p:stSnd>
            <p:snd r:embed="rId2" name="camera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521" y="1096123"/>
            <a:ext cx="10249786" cy="57725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860158" y="106326"/>
            <a:ext cx="66985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i-LK" sz="4800" dirty="0" smtClean="0"/>
              <a:t> </a:t>
            </a:r>
            <a:r>
              <a:rPr lang="si-LK" sz="4800" b="1" u="sng" dirty="0" smtClean="0"/>
              <a:t>විවිධ ව්‍යාපාර සංවිධාන</a:t>
            </a:r>
            <a:endParaRPr lang="en-US" sz="4800" b="1" u="sng" dirty="0"/>
          </a:p>
        </p:txBody>
      </p:sp>
    </p:spTree>
    <p:extLst>
      <p:ext uri="{BB962C8B-B14F-4D97-AF65-F5344CB8AC3E}">
        <p14:creationId xmlns:p14="http://schemas.microsoft.com/office/powerpoint/2010/main" val="28152286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  <p:sndAc>
          <p:stSnd>
            <p:snd r:embed="rId2" name="camera.wav"/>
          </p:stSnd>
        </p:sndAc>
      </p:transition>
    </mc:Choice>
    <mc:Fallback>
      <p:transition spd="slow">
        <p:fade/>
        <p:sndAc>
          <p:stSnd>
            <p:snd r:embed="rId2" name="camera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48855"/>
            <a:ext cx="910146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si-LK" sz="3600" dirty="0" smtClean="0"/>
              <a:t>පාරිභෝගිකයාට සේවය සපයා ලාභ  ලැබීමට පුද්ගලයකු හෝ පුද්ගල කණ්ඩායමක් ලෙස ඒකරාශී වීම </a:t>
            </a:r>
            <a:r>
              <a:rPr lang="si-LK" sz="3600" b="1" dirty="0" smtClean="0">
                <a:solidFill>
                  <a:srgbClr val="00B050"/>
                </a:solidFill>
              </a:rPr>
              <a:t>ව්‍යාපාර සංවිධානයක් වේ</a:t>
            </a:r>
            <a:r>
              <a:rPr lang="si-LK" sz="3600" dirty="0" smtClean="0"/>
              <a:t>. ඔවුන් ව්‍යාපාරයට යොදන සම්පත් </a:t>
            </a:r>
            <a:r>
              <a:rPr lang="si-LK" sz="3600" b="1" dirty="0" smtClean="0">
                <a:solidFill>
                  <a:srgbClr val="00B050"/>
                </a:solidFill>
              </a:rPr>
              <a:t>ප්‍රාග්ධනය </a:t>
            </a:r>
            <a:r>
              <a:rPr lang="si-LK" sz="3600" dirty="0" smtClean="0"/>
              <a:t>වේ</a:t>
            </a:r>
            <a:r>
              <a:rPr lang="en-US" sz="3600" dirty="0" smtClean="0"/>
              <a:t>. </a:t>
            </a:r>
            <a:r>
              <a:rPr lang="si-LK" sz="3600" dirty="0" smtClean="0"/>
              <a:t>ව්‍යාපාර සංවිධාන ක්‍රම කීපයකි.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2732568" y="3338623"/>
            <a:ext cx="7570381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si-LK" sz="3500" b="1" dirty="0" smtClean="0">
                <a:solidFill>
                  <a:schemeClr val="accent1">
                    <a:lumMod val="50000"/>
                  </a:schemeClr>
                </a:solidFill>
              </a:rPr>
              <a:t>තනි පුද්ගල ව්‍යාපාර </a:t>
            </a:r>
          </a:p>
          <a:p>
            <a:pPr marL="342900" indent="-342900">
              <a:buFont typeface="+mj-lt"/>
              <a:buAutoNum type="arabicPeriod"/>
            </a:pPr>
            <a:r>
              <a:rPr lang="si-LK" sz="3500" b="1" dirty="0" smtClean="0">
                <a:solidFill>
                  <a:schemeClr val="accent1">
                    <a:lumMod val="50000"/>
                  </a:schemeClr>
                </a:solidFill>
              </a:rPr>
              <a:t>හවුල් පුද්ගල ව්‍යාපාර</a:t>
            </a:r>
          </a:p>
          <a:p>
            <a:pPr marL="342900" indent="-342900">
              <a:buFont typeface="+mj-lt"/>
              <a:buAutoNum type="arabicPeriod"/>
            </a:pPr>
            <a:r>
              <a:rPr lang="si-LK" sz="3500" b="1" dirty="0" smtClean="0">
                <a:solidFill>
                  <a:schemeClr val="accent1">
                    <a:lumMod val="50000"/>
                  </a:schemeClr>
                </a:solidFill>
              </a:rPr>
              <a:t>කුඩා පෞද්ගලික සමාගම්</a:t>
            </a:r>
            <a:endParaRPr lang="en-US" sz="35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18547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  <p:sndAc>
          <p:stSnd>
            <p:snd r:embed="rId2" name="arrow.wav"/>
          </p:stSnd>
        </p:sndAc>
      </p:transition>
    </mc:Choice>
    <mc:Fallback>
      <p:transition spd="slow">
        <p:fade/>
        <p:sndAc>
          <p:stSnd>
            <p:snd r:embed="rId2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60358" y="2796362"/>
            <a:ext cx="792125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si-LK" sz="3600" dirty="0" smtClean="0"/>
              <a:t>ව්‍යාපාරයේ අයිතිය එක් පුද්ගලයෙකු සතු වන ව්‍යාපාර,තනි පුද්ගල ව්‍යාපාර ලෙස හැඳින්වේ.</a:t>
            </a:r>
            <a:r>
              <a:rPr lang="en-US" sz="3600" dirty="0" smtClean="0"/>
              <a:t> </a:t>
            </a:r>
            <a:r>
              <a:rPr lang="si-LK" sz="3600" dirty="0" smtClean="0"/>
              <a:t>ගෘහාශ්‍රිත ව්‍යාපාර වලින් වැඩි ප්‍රමාණයක් මෙම ගණයට අයත් වේ.</a:t>
            </a:r>
          </a:p>
          <a:p>
            <a:r>
              <a:rPr lang="si-LK" sz="3600" dirty="0" smtClean="0"/>
              <a:t>කුඩා සිල්ලර වෙළඳසැල්,ඇදුම් මසන්නන්,එලවළු පලතුරු විකණන්නන් වැඩි දෙනෙකු තනිපුද්ගල ව්‍යාපාරිකයන් වේ. </a:t>
            </a:r>
            <a:endParaRPr lang="en-US" sz="3600" dirty="0"/>
          </a:p>
        </p:txBody>
      </p:sp>
      <p:sp>
        <p:nvSpPr>
          <p:cNvPr id="4" name="Notched Right Arrow 3"/>
          <p:cNvSpPr/>
          <p:nvPr/>
        </p:nvSpPr>
        <p:spPr>
          <a:xfrm>
            <a:off x="414669" y="414669"/>
            <a:ext cx="5699052" cy="2519916"/>
          </a:xfrm>
          <a:prstGeom prst="notchedRightArrow">
            <a:avLst/>
          </a:prstGeom>
          <a:solidFill>
            <a:schemeClr val="tx1"/>
          </a:solidFill>
          <a:ln>
            <a:noFill/>
          </a:ln>
          <a:effectLst>
            <a:glow rad="228600">
              <a:schemeClr val="accent1">
                <a:satMod val="175000"/>
                <a:alpha val="40000"/>
              </a:schemeClr>
            </a:glow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i-LK" sz="4000" dirty="0" smtClean="0">
                <a:ln>
                  <a:solidFill>
                    <a:schemeClr val="bg1">
                      <a:lumMod val="95000"/>
                      <a:lumOff val="5000"/>
                    </a:schemeClr>
                  </a:solidFill>
                </a:ln>
                <a:solidFill>
                  <a:schemeClr val="bg1"/>
                </a:solidFill>
              </a:rPr>
              <a:t>තනි පුද්ගල ව්‍යාපාර</a:t>
            </a:r>
            <a:endParaRPr lang="en-US" sz="4000" dirty="0">
              <a:ln>
                <a:solidFill>
                  <a:schemeClr val="bg1">
                    <a:lumMod val="95000"/>
                    <a:lumOff val="5000"/>
                  </a:schemeClr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58124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  <p:sndAc>
          <p:stSnd>
            <p:snd r:embed="rId2" name="chimes.wav"/>
          </p:stSnd>
        </p:sndAc>
      </p:transition>
    </mc:Choice>
    <mc:Fallback>
      <p:transition spd="slow">
        <p:fade/>
        <p:sndAc>
          <p:stSnd>
            <p:snd r:embed="rId2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49526" y="255181"/>
            <a:ext cx="6432698" cy="120032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si-LK" sz="3600" b="1" dirty="0" smtClean="0">
                <a:latin typeface="0KDARALIYA" pitchFamily="2" charset="0"/>
              </a:rPr>
              <a:t>තනි පුද්ගල ව්‍යාපාර සංවිධාන  </a:t>
            </a:r>
            <a:r>
              <a:rPr lang="en-US" sz="3600" b="1" dirty="0" smtClean="0">
                <a:latin typeface="0KDARALIYA" pitchFamily="2" charset="0"/>
              </a:rPr>
              <a:t>         </a:t>
            </a:r>
            <a:r>
              <a:rPr lang="si-LK" sz="3600" b="1" dirty="0" smtClean="0">
                <a:latin typeface="0KDARALIYA" pitchFamily="2" charset="0"/>
              </a:rPr>
              <a:t>ක්‍රමයේ වාසි</a:t>
            </a:r>
            <a:endParaRPr lang="en-US" sz="3600" b="1" dirty="0">
              <a:latin typeface="0KDARALIYA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0754" y="2339162"/>
            <a:ext cx="1006903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si-LK" sz="2800" dirty="0" smtClean="0"/>
              <a:t>කුඩා  මුදලකින් හා අයිතිකරුගේ වෙනත් දේපළ යොදා පහසුවෙන් ව්‍යාපාරය ආරම්භ කළ හැකි වේ.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si-LK" sz="2800" dirty="0" smtClean="0"/>
              <a:t> ව්‍යාපාරයෙන් නිරත වීමෙන් ලැබෙන  ලාභය මුළුමනින්ම අයිතිකරුට හිමි වේ.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si-LK" sz="2800" dirty="0" smtClean="0"/>
              <a:t>වෘත්තීය පුහුණුව හා පුද්ගලයින්ගේ විශේෂ දක්‍ෂතා ප්‍රයෝජනයට ගෙන දියුණු වීමට තනි ව්‍යාපාර ක්‍රමය ඉතා සුදුසුය 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si-LK" sz="2800" dirty="0" smtClean="0"/>
              <a:t>ව්‍යාපාරික තීරණ ගැනීමේ දී අයිතිකරුට තම තනි කැමැත්ත අනුව ස්වාධීනව කටයුතු කල හැකිය.</a:t>
            </a:r>
          </a:p>
          <a:p>
            <a:r>
              <a:rPr lang="si-LK" sz="2800" dirty="0" smtClean="0"/>
              <a:t>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4552029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  <p:sndAc>
          <p:stSnd>
            <p:snd r:embed="rId2" name="camera.wav"/>
          </p:stSnd>
        </p:sndAc>
      </p:transition>
    </mc:Choice>
    <mc:Fallback>
      <p:transition spd="slow">
        <p:fade/>
        <p:sndAc>
          <p:stSnd>
            <p:snd r:embed="rId2" name="camera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87748" y="451811"/>
            <a:ext cx="6634716" cy="58477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si-LK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තනි පුද්ගල ව්‍යාපාර ක්‍රමයේ අවාසි 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AutoShape 2" descr="data:image/png;base64,iVBORw0KGgoAAAANSUhEUgAAAIIAAACCCAYAAACKAxD9AAAHRUlEQVR4AeyaW6gVZRTHl8cs81hJmpcuSFe6UEommJEalppESRAWiIlU0IMgiNBb9BaIIPjQQyEmQkkQFmFqSWpkghladKEr0sVLGlYes+x48rc5Awfd+5y9Z89837fWrI1zZvbM9631/6/1m71n9tjR09PzjC9egw7xl1fgbAUchLNF8H8iDoJTUKuAg1Arg/9xEJyBWgUchFoZ/I+DoJyBouQ7CEVVUnkcB0F5A4uS7yAUVUnlcRwE5Q0sSr6DUFQllcdxEJQ3sCj5DkJRlVQex0GI1MDU0joIqXUkkh4HIVLhU0vrIKTWkUh6HIRIhU8trYOQWkci6XEQIhU+tbQOQmodiaTHQWix8FaHOwhWO9uiLwehxYJZHe4gWO1si74chBYLZnW4g2C1sy36chBaLJjV4Q6C1c626KsyILRYl8oNdxAq1/L6hh2E+nWp3F4HoXItr2/YQahfl8rtdRAq1/L6hh2E+nWp3F4HoXItr284eRDqy/a9RVfAQSi6okrjOQhKG1e0bAeh6IoqjecgKG1c0bIdhKIrqjSeg9Cncd90SecLe2Xi4zvkwQc2y4Kpb8uzE96SpbdvlOW3vinPsbDNPo4xhrHMYW6fUOo2Kw/C1p9k9MKdMmvqJnl63hZZsuGAzPnsmEz45aRcffw/uex0twztPiODs86yzT6OMYaxzGEuMYhFzGy8lnVpIKReAM7i+zbLoqV7ZPEnR+XO46dkZLuaiUEsYhKbHO3GDDW/ciDQHM5czuLDJ2VsWYUmNjnIRc6y8hQVtzIg8HHNdzrN4cwtqoADxSEXOcmNhoHGxzpeCRCW7JZ7l+2VJ/lOj1VocqMBLbE09JfXPAgPvS+PbftV7uEir79ChDiGBrSgKUS+VnKYBYHbuWmbZPEPf8r1rRQkxFg0oQ2NIfI1k8MkCB8flMsXbZOFR0/J6GaKEGMM2tCI1hj5z81pDgTOsmV7ZD73+eeaTe09GtGK5tjazgMhtqB28z+1QwcEmU9gQHP2PtbaFAhchPGRG6uYefOiGe155xcxzwwI3JZxEVZEUWLEQDseYuQmpwkQ+KFm+yGZgiHNCx7wEsODCRBWfCGzuEePUcAic+IBL0XGbDaWehD4HZ9f7Zo1nPo4vOAptE71IGw5LJNDF63sfDE8qQaBM4eHOmU3JnR8POEtV96ck1SDsP03mShGX6G9qQWBq2ue+RvlQPCGx1D+1IKw/kcx+2kgva+QHtWC8N0JGd9bL7OrkB5VgsBDGi6ozBLQawyPeO19W+pKJQivfS03llqVhIKH8qoShK9OyLiEelWqlFBeVYJw7G9p+7+el9q9PMEbzAnlVSUIXf/KJQ3qZm53KK86QeiRi8x1vIGhrkBeVYJwpkeGNKibud2hvKoEgce15jrewFAorypBaFAz391GBVSCMLhDutvwrGpqKK8qQegYJKdVdbMNsaG8qgShc5D800Zti51acrRQXnWCcKH8VXL9kwnfGcirShBGXizHkulUyUJCeVUJwi3D5WDJ9U8mfCivKkF44mb5NplOlSwklFeVINzUKV0jhtr/esAjXktmrRZeJQgov2G4HGBteQnpUS0IC66VfWL8FdKjWhBmXSNHxgyTQ7lZSHwi3vAYSqZaECjQjCvE7KdCaG+qQXh+kuzjgkqMvfCEt5C2VINAoWaPkT2sLS0xPKkHgTPnqmHysxUQ8IKn0H7Ug0DBlt8mW0M9riVfWQse8FJW/P7imgCBq+sZY2V3f0Y1HMMDXmJoNQEChVs9RT687lL5nm2NC9rxEEu7PhD6qdQ798sbo4bKkX6GJHkIzWiPKc4UCBTylemyYcQF8gfbGha0ojm2VnMg8JBm5WQdMAABWtHsIJRQgbvHye9rZ8o6PnJLCF9ISLShEa2FBGwziLlPhKwenGU758oaLsKyfams0YQ2NKaiySwIWYG5CJt5pXzEPXq2L9YaDWhBUywNjfKaBwHj3JatnCSv8qsd72Ms5EYDWmLkHyhnJUCgCPxQ894cWT9/vGzmoQ77QizkIie50RAiZ54c4UDIo66EOfyOv2uuvExzeOZfQopaSGKTg1zkrO1M+E/lQMh6QXM+mCNrV02WNXeNkk85c7NjedfEIBYxiU2OvLFCz6ssCFmh+bheN022cuZunC2rOYvvGCn7+U7nPn/IYDnFRV42nm32cYwxjGUOc4lBLGJm47WsKw9C30ZxO8dZ/Pp0eZfv9F0Py0v7H5FVn8+TFV8+Ki+ysM0+jjGGscxhbt9Y2rYdBG0dK0mvg1BSYbWFdRC0dawkvQ5CSYXVFnZgELQ5cr25KuAg5CqbvUkOgr2e5nLkIOQqm71JDoK9nuZy5CDkKpu9SQ6CvZ7mcuQg5CqbpknNaXUQmquT+VEOgvkWN2fQQWiuTuZHOQjmW9ycQQehuTqZH+UgmG9xcwYdhObqZH6Ug5Bsi8MKcxDC1jvZbA5Csq0JK8xBCFvvZLM5CMm2Jqyw/wEAAP//mQCEAgAAAAZJREFUAwDQMHt4JkhuVA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data:image/png;base64,iVBORw0KGgoAAAANSUhEUgAAAIIAAACCCAYAAACKAxD9AAAHRUlEQVR4AeyaW6gVZRTHl8cs81hJmpcuSFe6UEommJEalppESRAWiIlU0IMgiNBb9BaIIPjQQyEmQkkQFmFqSWpkghladKEr0sVLGlYes+x48rc5Awfd+5y9Z89837fWrI1zZvbM9631/6/1m71n9tjR09PzjC9egw7xl1fgbAUchLNF8H8iDoJTUKuAg1Arg/9xEJyBWgUchFoZ/I+DoJyBouQ7CEVVUnkcB0F5A4uS7yAUVUnlcRwE5Q0sSr6DUFQllcdxEJQ3sCj5DkJRlVQex0GI1MDU0joIqXUkkh4HIVLhU0vrIKTWkUh6HIRIhU8trYOQWkci6XEQIhU+tbQOQmodiaTHQWix8FaHOwhWO9uiLwehxYJZHe4gWO1si74chBYLZnW4g2C1sy36chBaLJjV4Q6C1c626KsyILRYl8oNdxAq1/L6hh2E+nWp3F4HoXItr2/YQahfl8rtdRAq1/L6hh2E+nWp3F4HoXItr284eRDqy/a9RVfAQSi6okrjOQhKG1e0bAeh6IoqjecgKG1c0bIdhKIrqjSeg9Cncd90SecLe2Xi4zvkwQc2y4Kpb8uzE96SpbdvlOW3vinPsbDNPo4xhrHMYW6fUOo2Kw/C1p9k9MKdMmvqJnl63hZZsuGAzPnsmEz45aRcffw/uex0twztPiODs86yzT6OMYaxzGEuMYhFzGy8lnVpIKReAM7i+zbLoqV7ZPEnR+XO46dkZLuaiUEsYhKbHO3GDDW/ciDQHM5czuLDJ2VsWYUmNjnIRc6y8hQVtzIg8HHNdzrN4cwtqoADxSEXOcmNhoHGxzpeCRCW7JZ7l+2VJ/lOj1VocqMBLbE09JfXPAgPvS+PbftV7uEir79ChDiGBrSgKUS+VnKYBYHbuWmbZPEPf8r1rRQkxFg0oQ2NIfI1k8MkCB8flMsXbZOFR0/J6GaKEGMM2tCI1hj5z81pDgTOsmV7ZD73+eeaTe09GtGK5tjazgMhtqB28z+1QwcEmU9gQHP2PtbaFAhchPGRG6uYefOiGe155xcxzwwI3JZxEVZEUWLEQDseYuQmpwkQ+KFm+yGZgiHNCx7wEsODCRBWfCGzuEePUcAic+IBL0XGbDaWehD4HZ9f7Zo1nPo4vOAptE71IGw5LJNDF63sfDE8qQaBM4eHOmU3JnR8POEtV96ck1SDsP03mShGX6G9qQWBq2ue+RvlQPCGx1D+1IKw/kcx+2kgva+QHtWC8N0JGd9bL7OrkB5VgsBDGi6ozBLQawyPeO19W+pKJQivfS03llqVhIKH8qoShK9OyLiEelWqlFBeVYJw7G9p+7+el9q9PMEbzAnlVSUIXf/KJQ3qZm53KK86QeiRi8x1vIGhrkBeVYJwpkeGNKibud2hvKoEgce15jrewFAorypBaFAz391GBVSCMLhDutvwrGpqKK8qQegYJKdVdbMNsaG8qgShc5D800Zti51acrRQXnWCcKH8VXL9kwnfGcirShBGXizHkulUyUJCeVUJwi3D5WDJ9U8mfCivKkF44mb5NplOlSwklFeVINzUKV0jhtr/esAjXktmrRZeJQgov2G4HGBteQnpUS0IC66VfWL8FdKjWhBmXSNHxgyTQ7lZSHwi3vAYSqZaECjQjCvE7KdCaG+qQXh+kuzjgkqMvfCEt5C2VINAoWaPkT2sLS0xPKkHgTPnqmHysxUQ8IKn0H7Ug0DBlt8mW0M9riVfWQse8FJW/P7imgCBq+sZY2V3f0Y1HMMDXmJoNQEChVs9RT687lL5nm2NC9rxEEu7PhD6qdQ798sbo4bKkX6GJHkIzWiPKc4UCBTylemyYcQF8gfbGha0ojm2VnMg8JBm5WQdMAABWtHsIJRQgbvHye9rZ8o6PnJLCF9ISLShEa2FBGwziLlPhKwenGU758oaLsKyfams0YQ2NKaiySwIWYG5CJt5pXzEPXq2L9YaDWhBUywNjfKaBwHj3JatnCSv8qsd72Ms5EYDWmLkHyhnJUCgCPxQ894cWT9/vGzmoQ77QizkIie50RAiZ54c4UDIo66EOfyOv2uuvExzeOZfQopaSGKTg1zkrO1M+E/lQMh6QXM+mCNrV02WNXeNkk85c7NjedfEIBYxiU2OvLFCz6ssCFmh+bheN022cuZunC2rOYvvGCn7+U7nPn/IYDnFRV42nm32cYwxjGUOc4lBLGJm47WsKw9C30ZxO8dZ/Pp0eZfv9F0Py0v7H5FVn8+TFV8+Ki+ysM0+jjGGscxhbt9Y2rYdBG0dK0mvg1BSYbWFdRC0dawkvQ5CSYXVFnZgELQ5cr25KuAg5CqbvUkOgr2e5nLkIOQqm71JDoK9nuZy5CDkKpu9SQ6CvZ7mcuQg5CqbpknNaXUQmquT+VEOgvkWN2fQQWiuTuZHOQjmW9ycQQehuTqZH+UgmG9xcwYdhObqZH6Ug5Bsi8MKcxDC1jvZbA5Csq0JK8xBCFvvZLM5CMm2Jqyw/wEAAP//mQCEAgAAAAZJREFUAwDQMHt4JkhuVAAAAABJRU5ErkJggg==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 descr="data:image/png;base64,iVBORw0KGgoAAAANSUhEUgAAAIIAAACCCAYAAACKAxD9AAAHRUlEQVR4AeyaW6gVZRTHl8cs81hJmpcuSFe6UEommJEalppESRAWiIlU0IMgiNBb9BaIIPjQQyEmQkkQFmFqSWpkghladKEr0sVLGlYes+x48rc5Awfd+5y9Z89837fWrI1zZvbM9631/6/1m71n9tjR09PzjC9egw7xl1fgbAUchLNF8H8iDoJTUKuAg1Arg/9xEJyBWgUchFoZ/I+DoJyBouQ7CEVVUnkcB0F5A4uS7yAUVUnlcRwE5Q0sSr6DUFQllcdxEJQ3sCj5DkJRlVQex0GI1MDU0joIqXUkkh4HIVLhU0vrIKTWkUh6HIRIhU8trYOQWkci6XEQIhU+tbQOQmodiaTHQWix8FaHOwhWO9uiLwehxYJZHe4gWO1si74chBYLZnW4g2C1sy36chBaLJjV4Q6C1c626KsyILRYl8oNdxAq1/L6hh2E+nWp3F4HoXItr2/YQahfl8rtdRAq1/L6hh2E+nWp3F4HoXItr284eRDqy/a9RVfAQSi6okrjOQhKG1e0bAeh6IoqjecgKG1c0bIdhKIrqjSeg9Cncd90SecLe2Xi4zvkwQc2y4Kpb8uzE96SpbdvlOW3vinPsbDNPo4xhrHMYW6fUOo2Kw/C1p9k9MKdMmvqJnl63hZZsuGAzPnsmEz45aRcffw/uex0twztPiODs86yzT6OMYaxzGEuMYhFzGy8lnVpIKReAM7i+zbLoqV7ZPEnR+XO46dkZLuaiUEsYhKbHO3GDDW/ciDQHM5czuLDJ2VsWYUmNjnIRc6y8hQVtzIg8HHNdzrN4cwtqoADxSEXOcmNhoHGxzpeCRCW7JZ7l+2VJ/lOj1VocqMBLbE09JfXPAgPvS+PbftV7uEir79ChDiGBrSgKUS+VnKYBYHbuWmbZPEPf8r1rRQkxFg0oQ2NIfI1k8MkCB8flMsXbZOFR0/J6GaKEGMM2tCI1hj5z81pDgTOsmV7ZD73+eeaTe09GtGK5tjazgMhtqB28z+1QwcEmU9gQHP2PtbaFAhchPGRG6uYefOiGe155xcxzwwI3JZxEVZEUWLEQDseYuQmpwkQ+KFm+yGZgiHNCx7wEsODCRBWfCGzuEePUcAic+IBL0XGbDaWehD4HZ9f7Zo1nPo4vOAptE71IGw5LJNDF63sfDE8qQaBM4eHOmU3JnR8POEtV96ck1SDsP03mShGX6G9qQWBq2ue+RvlQPCGx1D+1IKw/kcx+2kgva+QHtWC8N0JGd9bL7OrkB5VgsBDGi6ozBLQawyPeO19W+pKJQivfS03llqVhIKH8qoShK9OyLiEelWqlFBeVYJw7G9p+7+el9q9PMEbzAnlVSUIXf/KJQ3qZm53KK86QeiRi8x1vIGhrkBeVYJwpkeGNKibud2hvKoEgce15jrewFAorypBaFAz391GBVSCMLhDutvwrGpqKK8qQegYJKdVdbMNsaG8qgShc5D800Zti51acrRQXnWCcKH8VXL9kwnfGcirShBGXizHkulUyUJCeVUJwi3D5WDJ9U8mfCivKkF44mb5NplOlSwklFeVINzUKV0jhtr/esAjXktmrRZeJQgov2G4HGBteQnpUS0IC66VfWL8FdKjWhBmXSNHxgyTQ7lZSHwi3vAYSqZaECjQjCvE7KdCaG+qQXh+kuzjgkqMvfCEt5C2VINAoWaPkT2sLS0xPKkHgTPnqmHysxUQ8IKn0H7Ug0DBlt8mW0M9riVfWQse8FJW/P7imgCBq+sZY2V3f0Y1HMMDXmJoNQEChVs9RT687lL5nm2NC9rxEEu7PhD6qdQ798sbo4bKkX6GJHkIzWiPKc4UCBTylemyYcQF8gfbGha0ojm2VnMg8JBm5WQdMAABWtHsIJRQgbvHye9rZ8o6PnJLCF9ISLShEa2FBGwziLlPhKwenGU758oaLsKyfams0YQ2NKaiySwIWYG5CJt5pXzEPXq2L9YaDWhBUywNjfKaBwHj3JatnCSv8qsd72Ms5EYDWmLkHyhnJUCgCPxQ894cWT9/vGzmoQ77QizkIie50RAiZ54c4UDIo66EOfyOv2uuvExzeOZfQopaSGKTg1zkrO1M+E/lQMh6QXM+mCNrV02WNXeNkk85c7NjedfEIBYxiU2OvLFCz6ssCFmh+bheN022cuZunC2rOYvvGCn7+U7nPn/IYDnFRV42nm32cYwxjGUOc4lBLGJm47WsKw9C30ZxO8dZ/Pp0eZfv9F0Py0v7H5FVn8+TFV8+Ki+ysM0+jjGGscxhbt9Y2rYdBG0dK0mvg1BSYbWFdRC0dawkvQ5CSYXVFnZgELQ5cr25KuAg5CqbvUkOgr2e5nLkIOQqm71JDoK9nuZy5CDkKpu9SQ6CvZ7mcuQg5CqbpknNaXUQmquT+VEOgvkWN2fQQWiuTuZHOQjmW9ycQQehuTqZH+UgmG9xcwYdhObqZH6Ug5Bsi8MKcxDC1jvZbA5Csq0JK8xBCFvvZLM5CMm2Jqyw/wEAAP//mQCEAgAAAAZJREFUAwDQMHt4JkhuVAAAAABJRU5ErkJggg==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12775" y="2030818"/>
            <a:ext cx="899514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si-LK" sz="2800" dirty="0" smtClean="0"/>
              <a:t>ව්‍යාපාරය අලාභදායක  තත්ත්වයක් ඇති වුණොත් අයිතිකරු තනිවම ඊට මුහුණ දිය යුතුය.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si-LK" sz="2800" dirty="0" smtClean="0"/>
              <a:t>අයිතිකරුගේ කළමනාකරණ දුර්වලතා නිසා  ව්‍යාපාරය බිඳවැටීමක් සිදුවුවහොත්  ව්‍යාපාරයට යෙදූ මුදල් සම්පූර්ණයෙන්ම අහිමි වී යයි.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si-LK" sz="2800" dirty="0" smtClean="0"/>
              <a:t> ව්‍යාපාර හිමි කරුවන් විසින්  තනිවම ප්‍රාග්ධන මුදල් යෙදවීම මෙන් ම එදිනෙදා සියලු ව්‍යාපාර කටයුතු කළමනාකරණය කිරීමද සිදුකළ යුතුය.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088519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  <p:sndAc>
          <p:stSnd>
            <p:snd r:embed="rId2" name="camera.wav"/>
          </p:stSnd>
        </p:sndAc>
      </p:transition>
    </mc:Choice>
    <mc:Fallback>
      <p:transition spd="slow">
        <p:fade/>
        <p:sndAc>
          <p:stSnd>
            <p:snd r:embed="rId2" name="camera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752753" y="1988289"/>
            <a:ext cx="759164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si-LK" sz="3200" dirty="0" smtClean="0"/>
              <a:t>හවුල් ව්‍යාපාර යනු,</a:t>
            </a:r>
          </a:p>
          <a:p>
            <a:r>
              <a:rPr lang="si-LK" sz="3200" dirty="0" smtClean="0"/>
              <a:t> කිහිප දෙනෙක් එකතු වී ලාභ ලබාගැනීමේ අපේක්ෂාවෙන් සිදුකරනු ලබන ව්‍යාපාරයි </a:t>
            </a:r>
            <a:r>
              <a:rPr lang="si-LK" sz="2800" dirty="0" smtClean="0"/>
              <a:t>.</a:t>
            </a:r>
            <a:endParaRPr lang="en-US" sz="2800" dirty="0"/>
          </a:p>
        </p:txBody>
      </p:sp>
      <p:sp>
        <p:nvSpPr>
          <p:cNvPr id="4" name="Notched Right Arrow 3"/>
          <p:cNvSpPr/>
          <p:nvPr/>
        </p:nvSpPr>
        <p:spPr>
          <a:xfrm>
            <a:off x="180754" y="318976"/>
            <a:ext cx="4720855" cy="2126512"/>
          </a:xfrm>
          <a:prstGeom prst="notchedRightArrow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glow rad="228600">
              <a:schemeClr val="accent2">
                <a:satMod val="175000"/>
                <a:alpha val="40000"/>
              </a:schemeClr>
            </a:glow>
            <a:outerShdw blurRad="225425" dist="50800" dir="5220000" algn="ctr">
              <a:srgbClr val="000000">
                <a:alpha val="33000"/>
              </a:srgbClr>
            </a:outerShdw>
            <a:softEdge rad="12700"/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i-LK" sz="4000" b="1" dirty="0" smtClean="0">
                <a:ln w="0"/>
                <a:solidFill>
                  <a:schemeClr val="tx1"/>
                </a:solidFill>
              </a:rPr>
              <a:t>හවුල් ව්‍යාපාර</a:t>
            </a:r>
            <a:endParaRPr lang="en-US" sz="4000" b="1" dirty="0">
              <a:ln w="0"/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44548" y="4114801"/>
            <a:ext cx="901640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si-LK" sz="3200" dirty="0" smtClean="0"/>
              <a:t>වෘත්තීය දක්ෂතා,විශේෂ හැකියාවෙන් මෙන්ම ව්‍යාපාරික අත්දැකීම්, පළපුරුද්ද ඇති ඉතා පහසුවෙන් හවුල් ව්‍යාපාරයක් කරගෙන යා හැකිය.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5828635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  <p:sndAc>
          <p:stSnd>
            <p:snd r:embed="rId2" name="chimes.wav"/>
          </p:stSnd>
        </p:sndAc>
      </p:transition>
    </mc:Choice>
    <mc:Fallback>
      <p:transition spd="slow">
        <p:fade/>
        <p:sndAc>
          <p:stSnd>
            <p:snd r:embed="rId2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8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98921" y="637953"/>
            <a:ext cx="7772400" cy="707886"/>
          </a:xfrm>
          <a:prstGeom prst="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si-LK" sz="4000" b="1" i="1" u="sng" dirty="0" smtClean="0"/>
              <a:t>හවුල් ව්‍යාපාර සංවිධාන ක්‍රමයේ වාසි </a:t>
            </a:r>
            <a:endParaRPr lang="en-US" sz="4000" b="1" i="1" u="sng" dirty="0"/>
          </a:p>
        </p:txBody>
      </p:sp>
      <p:sp>
        <p:nvSpPr>
          <p:cNvPr id="3" name="TextBox 2"/>
          <p:cNvSpPr txBox="1"/>
          <p:nvPr/>
        </p:nvSpPr>
        <p:spPr>
          <a:xfrm>
            <a:off x="1105786" y="1945757"/>
            <a:ext cx="1004776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si-LK" sz="3200" b="1" dirty="0" smtClean="0"/>
              <a:t>තනි පුද්ගල ව්‍යාපාර වලට මෙන්ම හවුල් ව්‍යාපාර වලටද බලපාන නීති රීති අඩු නිසා ආරම්භ කිරීමට පහසු ය.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si-LK" sz="3200" b="1" dirty="0" smtClean="0"/>
              <a:t>කිහිපදෙනෙකු ප්‍රාග්ධනය යෙදීමට සම්බන්ද වෙන හෙයින් වැඩි ප්‍රාග්ධනයක් ඒකරාශී කරගත හැකිය.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si-LK" sz="3200" b="1" dirty="0" smtClean="0"/>
              <a:t>කටයුතුවල දී ඇතිවන ව්‍යාපාරික අවදානම හවුල් කරුවන් අතර බෙදීයන හෙයින් එක් අයෙකුට විශාල අවදානමක් දැරීමට සිදු වේ. </a:t>
            </a:r>
            <a:endParaRPr lang="en-US" sz="32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105786" y="5357643"/>
            <a:ext cx="955867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si-LK" sz="3200" dirty="0" smtClean="0"/>
              <a:t> </a:t>
            </a:r>
            <a:r>
              <a:rPr lang="si-LK" sz="3200" b="1" dirty="0" smtClean="0"/>
              <a:t>විවිධ දක්ෂතා ඇති පුද්ගලයින්  හවුල්කරුවන් ලෙස  ව්‍යාපාරයට සම්බන්ධ කර ගනීමටද. හැකිවේ.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3580626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  <p:sndAc>
          <p:stSnd>
            <p:snd r:embed="rId2" name="camera.wav"/>
          </p:stSnd>
        </p:sndAc>
      </p:transition>
    </mc:Choice>
    <mc:Fallback>
      <p:transition spd="slow">
        <p:checker/>
        <p:sndAc>
          <p:stSnd>
            <p:snd r:embed="rId2" name="camera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5071" y="180753"/>
            <a:ext cx="64539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i-LK" sz="4000" b="1" i="1" u="sng" dirty="0" smtClean="0"/>
              <a:t>හවුල් ව්‍යාපාර ක්‍රමයේ අවාසි</a:t>
            </a:r>
            <a:endParaRPr lang="en-US" sz="4000" b="1" i="1" u="sng" dirty="0"/>
          </a:p>
        </p:txBody>
      </p:sp>
      <p:sp>
        <p:nvSpPr>
          <p:cNvPr id="3" name="TextBox 2"/>
          <p:cNvSpPr txBox="1"/>
          <p:nvPr/>
        </p:nvSpPr>
        <p:spPr>
          <a:xfrm>
            <a:off x="308345" y="1456661"/>
            <a:ext cx="9314121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si-LK" sz="3200" b="1" dirty="0" smtClean="0"/>
              <a:t>භාර තීරණ ගැනීමේ දී  විවිධ මත දැරීම නිසා හවුල්කරුවන් අතර මත ගැටුම් ඇති වීමෙන් ව්‍යාපාරික කටයුතු අතරමග ඇණහිටීම ප්‍රධානම ගැටළුවක් ලෙස පිළිගනී.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si-LK" sz="3200" b="1" dirty="0" smtClean="0"/>
              <a:t>ව්‍යාපාරය උපයන ලාභය හවුල් කරුවන් අතර බෙදා හරින බැවින් හවුල්කරුවන්ට ලැබෙන්නේ ලාභ කොටසක් පමණී.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si-LK" sz="3200" b="1" dirty="0" smtClean="0"/>
              <a:t>සාමූහිතත්වය බිඳ වැටී විශේෂ දක්‍ෂතාව හා වැඩි ප්‍රාග්ධන මුදලක් යෙද වූ හවුල්කරුවෙකු  ඉවත්ව ගිය හොත් ව්‍යාපාරයට දුෂ්කර තත්ත්වයන්ට මුහුණ දීමට සිදුවේ.</a:t>
            </a:r>
            <a:endParaRPr lang="si-LK" sz="3200" b="1" dirty="0"/>
          </a:p>
        </p:txBody>
      </p:sp>
    </p:spTree>
    <p:extLst>
      <p:ext uri="{BB962C8B-B14F-4D97-AF65-F5344CB8AC3E}">
        <p14:creationId xmlns:p14="http://schemas.microsoft.com/office/powerpoint/2010/main" val="39744196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  <p:sndAc>
          <p:stSnd>
            <p:snd r:embed="rId2" name="camera.wav"/>
          </p:stSnd>
        </p:sndAc>
      </p:transition>
    </mc:Choice>
    <mc:Fallback>
      <p:transition spd="slow">
        <p:fade/>
        <p:sndAc>
          <p:stSnd>
            <p:snd r:embed="rId2" name="camera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ched Right Arrow 1"/>
          <p:cNvSpPr/>
          <p:nvPr/>
        </p:nvSpPr>
        <p:spPr>
          <a:xfrm>
            <a:off x="520995" y="255181"/>
            <a:ext cx="4635796" cy="2594345"/>
          </a:xfrm>
          <a:prstGeom prst="notchedRightArrow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>
            <a:glow rad="228600">
              <a:schemeClr val="accent1">
                <a:satMod val="175000"/>
                <a:alpha val="40000"/>
              </a:schemeClr>
            </a:glow>
            <a:outerShdw blurRad="225425" dist="50800" dir="5220000" algn="ctr">
              <a:srgbClr val="000000">
                <a:alpha val="33000"/>
              </a:srgbClr>
            </a:outerShdw>
            <a:softEdge rad="12700"/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i-LK" sz="4000" b="1" dirty="0" smtClean="0">
                <a:solidFill>
                  <a:schemeClr val="bg1"/>
                </a:solidFill>
              </a:rPr>
              <a:t>කුඩා පුද්ගලික සමාගම් 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508744" y="3700130"/>
            <a:ext cx="6974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i-LK" dirty="0" smtClean="0"/>
              <a:t>. 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382290" y="663010"/>
            <a:ext cx="6096000" cy="6124754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si-LK" sz="2800" dirty="0" smtClean="0">
                <a:solidFill>
                  <a:schemeClr val="bg1"/>
                </a:solidFill>
              </a:rPr>
              <a:t>2007 අංක 07 දරණ සමාගම් පනත යටතේ අවමය එක් අයකුද උපරිමෙන් කොටස් කරුවන් 50 දෙනෙකුගේද සහභාගීත්වය ඇතිව පෞද්ගලික සමාගමක් ආරම්භ කල හැකිය.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si-LK" sz="2800" dirty="0" smtClean="0">
                <a:solidFill>
                  <a:schemeClr val="bg1"/>
                </a:solidFill>
              </a:rPr>
              <a:t>එක් අයකුට උවත් සමාගමක් ඇරඹීමේ හැකියාව පවතින අතර ඒවා කුඩා සමාගම් වේ.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si-LK" sz="2800" dirty="0" smtClean="0">
                <a:solidFill>
                  <a:schemeClr val="bg1"/>
                </a:solidFill>
              </a:rPr>
              <a:t>තනි පුද්ගල ව්‍යාපාර සහ හවුල් ව්‍යාපාරවලට වඩා වැඩි නීතිමය පසුබිමක් ඇති නිසා ි ප්‍රාග්ධනයක් ඒකරාශී කරගත හැකි ව්‍යාපාර සංවිධාන ක්‍රමයක් ලෙස කුඩා පෞද්ගලික සමාගම් හඳුන්වාදිය හැකියි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5338248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  <p:sndAc>
          <p:stSnd>
            <p:snd r:embed="rId2" name="chimes.wav"/>
          </p:stSnd>
        </p:sndAc>
      </p:transition>
    </mc:Choice>
    <mc:Fallback>
      <p:transition spd="slow">
        <p:fade/>
        <p:sndAc>
          <p:stSnd>
            <p:snd r:embed="rId2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4791" y="1095153"/>
            <a:ext cx="6879265" cy="1180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" name="Notched Right Arrow 2"/>
          <p:cNvSpPr/>
          <p:nvPr/>
        </p:nvSpPr>
        <p:spPr>
          <a:xfrm>
            <a:off x="584791" y="191385"/>
            <a:ext cx="4635796" cy="2594345"/>
          </a:xfrm>
          <a:prstGeom prst="notchedRightArrow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>
            <a:glow rad="228600">
              <a:schemeClr val="accent1">
                <a:satMod val="175000"/>
                <a:alpha val="40000"/>
              </a:schemeClr>
            </a:glow>
            <a:outerShdw blurRad="225425" dist="50800" dir="5220000" algn="ctr">
              <a:srgbClr val="000000">
                <a:alpha val="33000"/>
              </a:srgbClr>
            </a:outerShdw>
            <a:softEdge rad="12700"/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i-LK" sz="4000" b="1" dirty="0" smtClean="0">
                <a:solidFill>
                  <a:schemeClr val="bg1"/>
                </a:solidFill>
              </a:rPr>
              <a:t>කුඩා පුද්ගලික සමාගම් 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592726" y="265813"/>
            <a:ext cx="5922335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si-LK" sz="3600" dirty="0" smtClean="0">
                <a:solidFill>
                  <a:schemeClr val="bg1"/>
                </a:solidFill>
              </a:rPr>
              <a:t>කොටස්කරුවන් මිලදී ගත් කොටස්වල වටිනාකමට සමානුපාතික ව වර්ෂ‍ය අවසානයේ ලාභාංශය ලැබේ.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si-LK" sz="3600" dirty="0" smtClean="0">
                <a:solidFill>
                  <a:schemeClr val="bg1"/>
                </a:solidFill>
              </a:rPr>
              <a:t>ව්‍යාපාර සංවිධානය ක්‍රමයක් ලෙස සමාගම්වලට ව්‍යාපාරික ලෝකයේ වැඩි පිළිගැනීමක් පවතියි තනි ව්‍යාපාර හා හවුල් සසදා බැලීමේ දී සමාගම්වල ඇති ප්‍රබලතා කීපයක් වාසි ලෙස පෙන්වා දිය හැකිය</a:t>
            </a:r>
            <a:r>
              <a:rPr lang="si-LK" sz="3200" dirty="0" smtClean="0">
                <a:solidFill>
                  <a:schemeClr val="bg1"/>
                </a:solidFill>
              </a:rPr>
              <a:t>.</a:t>
            </a:r>
            <a:endParaRPr lang="si-LK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79890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  <p:sndAc>
          <p:stSnd>
            <p:snd r:embed="rId2" name="camera.wav"/>
          </p:stSnd>
        </p:sndAc>
      </p:transition>
    </mc:Choice>
    <mc:Fallback>
      <p:transition spd="slow">
        <p:fade/>
        <p:sndAc>
          <p:stSnd>
            <p:snd r:embed="rId2" name="camera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966483" y="31898"/>
            <a:ext cx="6262577" cy="1323439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si-LK" sz="40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කුඩා පෞද්ගලික සමාගම් ව්‍යාපාර ක්‍රමයේ වාසි</a:t>
            </a:r>
            <a:endParaRPr lang="en-US" sz="40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2382" y="1791272"/>
            <a:ext cx="10090297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si-LK" sz="2800" b="1" dirty="0" smtClean="0">
                <a:solidFill>
                  <a:schemeClr val="bg1"/>
                </a:solidFill>
              </a:rPr>
              <a:t>ප්‍රාග්ධන කොටස් විකිණීම තුළින් විශාල ප්‍රාග්ධනයක් නොහැකි කරගත හැකි වීම සමාගමේ</a:t>
            </a:r>
            <a:r>
              <a:rPr lang="en-US" sz="2800" b="1" dirty="0" smtClean="0">
                <a:solidFill>
                  <a:schemeClr val="bg1"/>
                </a:solidFill>
              </a:rPr>
              <a:t> </a:t>
            </a:r>
            <a:r>
              <a:rPr lang="si-LK" sz="2800" b="1" dirty="0" smtClean="0">
                <a:solidFill>
                  <a:schemeClr val="bg1"/>
                </a:solidFill>
              </a:rPr>
              <a:t>වර්දනයට හේතුවකි.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si-LK" sz="2800" b="1" dirty="0" smtClean="0">
                <a:solidFill>
                  <a:schemeClr val="bg1"/>
                </a:solidFill>
              </a:rPr>
              <a:t>කළමනාකරුවන් ලෙස අධ්‍යක්ෂක මණ්ඩලයක් තෝරාගන්නා නිසා තනි ව්‍යාපාර හා හවුල් ව්‍යාපාරවලට වඩා වැඩි සාර්තකත්වයක් සමාගම්වල දක්නට ලැබේ.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si-LK" sz="2800" b="1" dirty="0" smtClean="0">
                <a:solidFill>
                  <a:schemeClr val="bg1"/>
                </a:solidFill>
              </a:rPr>
              <a:t>ව්‍යාපාරය අසාර්ථක වී සමාගම බිඳ වැටීමක් සිදුවුවහොත් අයිතිකරුවන් හෙවත් කොටස්කරුවන්ට අහිමි වන්නේ මිලදීගත් ප්‍රාග්ධන කොටස්වල වටිනාකම පමණකි.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si-LK" sz="2800" b="1" dirty="0" smtClean="0">
                <a:solidFill>
                  <a:schemeClr val="bg1"/>
                </a:solidFill>
              </a:rPr>
              <a:t>කොටස්කරුවන් විසින් මිලදී ගත් කොටස් වෙනත් අයට විකුණා දැමුවත් සමාගම වසා දැමීමට සිදුනොවේ. සමාගමට දීර්ඝ කාලීන අඛණ්ඩ පැවැත්මක් තිබේ. </a:t>
            </a:r>
            <a:endParaRPr lang="en-US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51079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  <p:sndAc>
          <p:stSnd>
            <p:snd r:embed="rId2" name="camera.wav"/>
          </p:stSnd>
        </p:sndAc>
      </p:transition>
    </mc:Choice>
    <mc:Fallback>
      <p:transition spd="slow">
        <p:fade/>
        <p:sndAc>
          <p:stSnd>
            <p:snd r:embed="rId2" name="camera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679404" y="350875"/>
            <a:ext cx="6262577" cy="1569660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si-LK" sz="48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කුඩා පෞද්ගලික සමාගම් ව්‍යාපාර ක්‍රමයේ අවාසි</a:t>
            </a:r>
            <a:endParaRPr lang="en-US" sz="48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65813" y="2477387"/>
            <a:ext cx="1055813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si-LK" sz="4000" b="1" dirty="0" smtClean="0">
                <a:solidFill>
                  <a:schemeClr val="bg1"/>
                </a:solidFill>
              </a:rPr>
              <a:t>සමාගමක් ආරම්භ කිරීමේදී සහ පවත්වාගෙන යෑමේදී නීති රීතිවල බලපෑම වැඩියි.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si-LK" sz="4000" b="1" dirty="0" smtClean="0">
                <a:solidFill>
                  <a:schemeClr val="bg1"/>
                </a:solidFill>
              </a:rPr>
              <a:t> අඩු කොටස් හිමියන්ට ඇත්තේ සීමිත බලයකි. ඒ නිසා වැඩි කොටස් ගණනක් මිලට ගත් කොටස්කරුවන්ගේ අදහස් වලට වැඩි අවස්ථාවක් ලැබෙයි. </a:t>
            </a:r>
            <a:endParaRPr lang="si-LK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61266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  <p:sndAc>
          <p:stSnd>
            <p:snd r:embed="rId2" name="camera.wav"/>
          </p:stSnd>
        </p:sndAc>
      </p:transition>
    </mc:Choice>
    <mc:Fallback>
      <p:transition spd="slow">
        <p:fade/>
        <p:sndAc>
          <p:stSnd>
            <p:snd r:embed="rId2" name="camera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0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42370" y="2698529"/>
            <a:ext cx="8310288" cy="707886"/>
          </a:xfrm>
          <a:prstGeom prst="rect">
            <a:avLst/>
          </a:prstGeom>
          <a:ln>
            <a:noFill/>
          </a:ln>
          <a:effectLst>
            <a:glow rad="228600">
              <a:schemeClr val="accent4">
                <a:satMod val="175000"/>
                <a:alpha val="40000"/>
              </a:schemeClr>
            </a:glow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 wrap="none">
            <a:spAutoFit/>
          </a:bodyPr>
          <a:lstStyle/>
          <a:p>
            <a:r>
              <a:rPr lang="si-LK" sz="4000" dirty="0" smtClean="0">
                <a:ln>
                  <a:solidFill>
                    <a:schemeClr val="tx1"/>
                  </a:solidFill>
                </a:ln>
              </a:rPr>
              <a:t>සැළසුම් කර නිපදවමු - පිරිවැය වාසි ලබම</a:t>
            </a:r>
            <a:r>
              <a:rPr lang="si-LK" sz="4000" dirty="0" smtClean="0"/>
              <a:t>ු.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15727829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  <p:sndAc>
          <p:stSnd>
            <p:snd r:embed="rId2" name="chimes.wav"/>
          </p:stSnd>
        </p:sndAc>
      </p:transition>
    </mc:Choice>
    <mc:Fallback>
      <p:transition spd="slow">
        <p:fade/>
        <p:sndAc>
          <p:stSnd>
            <p:snd r:embed="rId2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3647" y="133803"/>
            <a:ext cx="911980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i-LK" sz="4400" b="1" u="sng" dirty="0" smtClean="0"/>
              <a:t>සැළසුම් කර නිපදවමු - පිරිවැය වාසි ලබමු.</a:t>
            </a:r>
            <a:endParaRPr lang="en-US" sz="4400" b="1" u="sng" dirty="0"/>
          </a:p>
        </p:txBody>
      </p:sp>
      <p:sp>
        <p:nvSpPr>
          <p:cNvPr id="3" name="TextBox 2"/>
          <p:cNvSpPr txBox="1"/>
          <p:nvPr/>
        </p:nvSpPr>
        <p:spPr>
          <a:xfrm>
            <a:off x="223283" y="1563124"/>
            <a:ext cx="704938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si-LK" sz="2800" b="1" dirty="0" smtClean="0"/>
              <a:t>අපගේ අවශ්‍යතා හා වුවමනා සපුරා ගැනීමට භාණ්ඩ හා සේවා ගණනාවක් පරිභෝජනය කිරීමට සිදුවේ.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si-LK" sz="2800" b="1" dirty="0" smtClean="0"/>
              <a:t>එම නිෂ්පාදන සම්පත් සංකලනය කිරීමෙන් නිපදවන දේවල්ය.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si-LK" sz="2800" b="1" dirty="0" smtClean="0"/>
              <a:t> නිෂ්පාදන කටයුතුවලට ගන්නා සම්පත් යෙදවුම් වේ.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si-LK" sz="2800" b="1" dirty="0" smtClean="0"/>
              <a:t>යෙදවුම් ඒවායේ මූලික ස්වරූපයෙන් භාවිත කළ නොහැකියි.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si-LK" sz="2800" b="1" dirty="0" smtClean="0"/>
              <a:t>භාණ්ඩ සෑදීමට යොදා ඇති අමුද්‍රව්‍ය භාණ්ඩයේ ස්වභාවය අනුව වෙනස් වුවද භාණ්ඩයක් නිපදවීමට අමුද්‍රව්‍ය අත්‍යවශ්‍ය වෙයි. 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6435968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  <p:sndAc>
          <p:stSnd>
            <p:snd r:embed="rId2" name="chimes.wav"/>
          </p:stSnd>
        </p:sndAc>
      </p:transition>
    </mc:Choice>
    <mc:Fallback>
      <p:transition spd="slow">
        <p:fade/>
        <p:sndAc>
          <p:stSnd>
            <p:snd r:embed="rId2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8986" y="42530"/>
            <a:ext cx="569905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i-LK" sz="4400" b="1" u="sng" dirty="0" smtClean="0"/>
              <a:t>නිෂ්පාදනයක් සදහා අවශ්‍ය මූලික කරුණු</a:t>
            </a:r>
            <a:endParaRPr lang="en-US" sz="4400" b="1" u="sng" dirty="0"/>
          </a:p>
        </p:txBody>
      </p:sp>
      <p:sp>
        <p:nvSpPr>
          <p:cNvPr id="3" name="TextBox 2"/>
          <p:cNvSpPr txBox="1"/>
          <p:nvPr/>
        </p:nvSpPr>
        <p:spPr>
          <a:xfrm>
            <a:off x="754912" y="2402958"/>
            <a:ext cx="1106849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50" indent="-400050">
              <a:buFont typeface="+mj-lt"/>
              <a:buAutoNum type="romanLcPeriod"/>
            </a:pPr>
            <a:r>
              <a:rPr lang="si-LK" sz="3600" b="1" dirty="0" smtClean="0"/>
              <a:t>භූමිය</a:t>
            </a:r>
            <a:r>
              <a:rPr lang="en-US" sz="3600" b="1" dirty="0" smtClean="0"/>
              <a:t> [ </a:t>
            </a:r>
            <a:r>
              <a:rPr lang="en-US" sz="3600" b="1" dirty="0" smtClean="0">
                <a:latin typeface="Algerian" panose="04020705040A02060702" pitchFamily="82" charset="0"/>
              </a:rPr>
              <a:t>LAND PLACE </a:t>
            </a:r>
            <a:r>
              <a:rPr lang="en-US" sz="3600" b="1" dirty="0" smtClean="0"/>
              <a:t>]</a:t>
            </a:r>
            <a:endParaRPr lang="si-LK" sz="3600" b="1" dirty="0" smtClean="0"/>
          </a:p>
          <a:p>
            <a:pPr marL="400050" indent="-400050">
              <a:buFont typeface="+mj-lt"/>
              <a:buAutoNum type="romanLcPeriod"/>
            </a:pPr>
            <a:r>
              <a:rPr lang="si-LK" sz="3600" b="1" dirty="0" smtClean="0"/>
              <a:t>ශ්‍රමය</a:t>
            </a:r>
            <a:r>
              <a:rPr lang="en-US" sz="3600" b="1" dirty="0" smtClean="0"/>
              <a:t> [ </a:t>
            </a:r>
            <a:r>
              <a:rPr lang="en-US" sz="3600" b="1" dirty="0" smtClean="0">
                <a:latin typeface="Algerian" panose="04020705040A02060702" pitchFamily="82" charset="0"/>
              </a:rPr>
              <a:t>LABOUR</a:t>
            </a:r>
            <a:r>
              <a:rPr lang="en-US" sz="3600" b="1" dirty="0" smtClean="0"/>
              <a:t> ]</a:t>
            </a:r>
            <a:endParaRPr lang="si-LK" sz="3600" b="1" dirty="0" smtClean="0"/>
          </a:p>
          <a:p>
            <a:pPr marL="400050" indent="-400050">
              <a:buFont typeface="+mj-lt"/>
              <a:buAutoNum type="romanLcPeriod"/>
            </a:pPr>
            <a:r>
              <a:rPr lang="si-LK" sz="3600" b="1" dirty="0" smtClean="0"/>
              <a:t>ප්‍රාග්ධනය</a:t>
            </a:r>
            <a:r>
              <a:rPr lang="en-US" sz="3600" b="1" dirty="0" smtClean="0"/>
              <a:t> [ </a:t>
            </a:r>
            <a:r>
              <a:rPr lang="en-US" sz="3600" b="1" dirty="0" smtClean="0">
                <a:latin typeface="Algerian" panose="04020705040A02060702" pitchFamily="82" charset="0"/>
              </a:rPr>
              <a:t>CAPITAL</a:t>
            </a:r>
            <a:r>
              <a:rPr lang="en-US" sz="3600" b="1" dirty="0" smtClean="0"/>
              <a:t> ]</a:t>
            </a:r>
            <a:endParaRPr lang="si-LK" sz="3600" b="1" dirty="0" smtClean="0"/>
          </a:p>
          <a:p>
            <a:pPr marL="400050" indent="-400050">
              <a:buFont typeface="+mj-lt"/>
              <a:buAutoNum type="romanLcPeriod"/>
            </a:pPr>
            <a:r>
              <a:rPr lang="si-LK" sz="3600" b="1" dirty="0" smtClean="0"/>
              <a:t>ව්‍යවසාය හෙවත් කලමනාකරණය</a:t>
            </a:r>
            <a:r>
              <a:rPr lang="en-US" sz="3600" b="1" dirty="0" smtClean="0"/>
              <a:t> [ </a:t>
            </a:r>
            <a:r>
              <a:rPr lang="en-US" sz="3600" b="1" dirty="0" smtClean="0">
                <a:latin typeface="Algerian" panose="04020705040A02060702" pitchFamily="82" charset="0"/>
              </a:rPr>
              <a:t>ENTERPRISE</a:t>
            </a:r>
            <a:r>
              <a:rPr lang="en-US" sz="3600" b="1" dirty="0" smtClean="0"/>
              <a:t> ]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5780422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  <p:sndAc>
          <p:stSnd>
            <p:snd r:embed="rId2" name="camera.wav"/>
          </p:stSnd>
        </p:sndAc>
      </p:transition>
    </mc:Choice>
    <mc:Fallback>
      <p:transition spd="slow">
        <p:fade/>
        <p:sndAc>
          <p:stSnd>
            <p:snd r:embed="rId2" name="camera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6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162533" y="5304"/>
            <a:ext cx="2190054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i-LK" sz="4000" b="1" dirty="0"/>
              <a:t> </a:t>
            </a:r>
            <a:r>
              <a:rPr lang="si-LK" sz="4000" b="1" dirty="0" smtClean="0"/>
              <a:t>         භාණ්ඩ හා සේවා නිපදවීමට යෙදවුම් කිහිපයක් අවශ්‍ය වේ.                                                                         </a:t>
            </a:r>
            <a:endParaRPr lang="en-US" sz="4800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657" y="1349828"/>
            <a:ext cx="1828800" cy="12192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657" y="2569028"/>
            <a:ext cx="1835604" cy="1409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034391" y="1480456"/>
            <a:ext cx="5878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i-LK" sz="3600" b="1" dirty="0" smtClean="0">
                <a:solidFill>
                  <a:schemeClr val="bg1"/>
                </a:solidFill>
              </a:rPr>
              <a:t>යන්ත්‍ර</a:t>
            </a:r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39142" y="2862943"/>
            <a:ext cx="68471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i-LK" sz="3600" dirty="0" smtClean="0">
                <a:solidFill>
                  <a:schemeClr val="bg1"/>
                </a:solidFill>
              </a:rPr>
              <a:t>මුදල්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07829" y="2340429"/>
            <a:ext cx="2188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Vertical Scroll 12"/>
          <p:cNvSpPr/>
          <p:nvPr/>
        </p:nvSpPr>
        <p:spPr>
          <a:xfrm>
            <a:off x="6776357" y="1204907"/>
            <a:ext cx="4653644" cy="5547641"/>
          </a:xfrm>
          <a:prstGeom prst="verticalScroll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240484" y="1632191"/>
            <a:ext cx="25472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i-LK" sz="4400" dirty="0" smtClean="0"/>
              <a:t>යෙදවුම්</a:t>
            </a:r>
            <a:endParaRPr lang="en-US" sz="4400" dirty="0"/>
          </a:p>
        </p:txBody>
      </p:sp>
      <p:sp>
        <p:nvSpPr>
          <p:cNvPr id="15" name="TextBox 14"/>
          <p:cNvSpPr txBox="1"/>
          <p:nvPr/>
        </p:nvSpPr>
        <p:spPr>
          <a:xfrm>
            <a:off x="7701484" y="2254390"/>
            <a:ext cx="308625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si-LK" sz="3200" dirty="0" smtClean="0"/>
              <a:t>ද්‍රව්‍ය</a:t>
            </a:r>
          </a:p>
          <a:p>
            <a:pPr marL="342900" indent="-342900">
              <a:buFont typeface="+mj-lt"/>
              <a:buAutoNum type="arabicPeriod"/>
            </a:pPr>
            <a:r>
              <a:rPr lang="si-LK" sz="3200" dirty="0" smtClean="0"/>
              <a:t>ශ්‍රමය</a:t>
            </a:r>
          </a:p>
          <a:p>
            <a:pPr marL="342900" indent="-342900">
              <a:buFont typeface="+mj-lt"/>
              <a:buAutoNum type="arabicPeriod"/>
            </a:pPr>
            <a:r>
              <a:rPr lang="si-LK" sz="3200" dirty="0" smtClean="0"/>
              <a:t>යන්ත්‍ර\උපකරණ</a:t>
            </a:r>
          </a:p>
          <a:p>
            <a:pPr marL="342900" indent="-342900">
              <a:buFont typeface="+mj-lt"/>
              <a:buAutoNum type="arabicPeriod"/>
            </a:pPr>
            <a:r>
              <a:rPr lang="si-LK" sz="3200" dirty="0" smtClean="0"/>
              <a:t>මුදල්</a:t>
            </a:r>
          </a:p>
          <a:p>
            <a:pPr marL="342900" indent="-342900">
              <a:buFont typeface="+mj-lt"/>
              <a:buAutoNum type="arabicPeriod"/>
            </a:pPr>
            <a:r>
              <a:rPr lang="si-LK" sz="3200" dirty="0" smtClean="0"/>
              <a:t>තාක්ෂණික ක්‍රම</a:t>
            </a:r>
          </a:p>
          <a:p>
            <a:pPr marL="342900" indent="-342900">
              <a:buFont typeface="+mj-lt"/>
              <a:buAutoNum type="arabicPeriod"/>
            </a:pPr>
            <a:r>
              <a:rPr lang="si-LK" sz="3200" dirty="0" smtClean="0"/>
              <a:t>වෙලදපොල තොරතුරු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0907420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  <p:sndAc>
          <p:stSnd>
            <p:snd r:embed="rId2" name="chimes.wav"/>
          </p:stSnd>
        </p:sndAc>
      </p:transition>
    </mc:Choice>
    <mc:Fallback>
      <p:transition spd="slow">
        <p:fade/>
        <p:sndAc>
          <p:stSnd>
            <p:snd r:embed="rId2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8858" y="158821"/>
            <a:ext cx="1190897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si-LK" sz="3600" dirty="0" smtClean="0"/>
              <a:t>මෙලෙස  මෙම සම්පත් අපේ අවශ්‍යතාවයට ගැලපෙන පරිදි ම සකස් කර ගැනීමට නිෂ්පාදන ක්‍රියාකාරකම් ගණනාවක් සිදුවෙයි. එම ක්‍රියාකාරකම් නිෂ්පාදන ක්‍රියාවලිය ලෙස හැඳින්වේ .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108858" y="1913147"/>
            <a:ext cx="53013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i-LK" sz="3200" dirty="0" smtClean="0">
                <a:solidFill>
                  <a:schemeClr val="bg1"/>
                </a:solidFill>
              </a:rPr>
              <a:t>උදාහරණ</a:t>
            </a:r>
            <a:r>
              <a:rPr lang="en-US" sz="3200" dirty="0">
                <a:solidFill>
                  <a:schemeClr val="bg1"/>
                </a:solidFill>
              </a:rPr>
              <a:t>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02328" y="1913146"/>
            <a:ext cx="75220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i-LK" sz="3200" dirty="0" smtClean="0">
                <a:solidFill>
                  <a:srgbClr val="FFFF00"/>
                </a:solidFill>
              </a:rPr>
              <a:t>ඉදලක්  නිපදවීමේ ක්‍රියාවලිය </a:t>
            </a:r>
            <a:endParaRPr lang="en-US" sz="3200" dirty="0">
              <a:solidFill>
                <a:srgbClr val="FFFF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49086" y="3124200"/>
            <a:ext cx="555172" cy="2862322"/>
          </a:xfrm>
          <a:prstGeom prst="rect">
            <a:avLst/>
          </a:prstGeom>
          <a:noFill/>
          <a:ln>
            <a:solidFill>
              <a:schemeClr val="bg1"/>
            </a:solidFill>
          </a:ln>
          <a:effectLst>
            <a:reflection blurRad="6350" stA="52000" endA="300" endPos="35000" dir="5400000" sy="-100000" algn="bl" rotWithShape="0"/>
          </a:effectLst>
          <a:scene3d>
            <a:camera prst="isometricOffAxis1Right"/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si-LK" sz="3600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ක්‍රි</a:t>
            </a:r>
          </a:p>
          <a:p>
            <a:r>
              <a:rPr lang="si-LK" sz="3600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යා</a:t>
            </a:r>
          </a:p>
          <a:p>
            <a:r>
              <a:rPr lang="si-LK" sz="3600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ව</a:t>
            </a:r>
          </a:p>
          <a:p>
            <a:r>
              <a:rPr lang="si-LK" sz="3600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ලි</a:t>
            </a:r>
          </a:p>
          <a:p>
            <a:r>
              <a:rPr lang="si-LK" sz="3600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ය</a:t>
            </a:r>
            <a:endParaRPr lang="en-US" sz="36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Right Arrow 5"/>
          <p:cNvSpPr/>
          <p:nvPr/>
        </p:nvSpPr>
        <p:spPr>
          <a:xfrm>
            <a:off x="1589314" y="4114800"/>
            <a:ext cx="1143000" cy="587829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547256" y="2497921"/>
            <a:ext cx="6096000" cy="4401205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si-LK" sz="2800" dirty="0" smtClean="0"/>
              <a:t>ලී මිට සකස් කිරීම.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si-LK" sz="2800" dirty="0" smtClean="0"/>
              <a:t>ඉරටු සුද්ද කර ගැනීම.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si-LK" sz="2800" dirty="0" smtClean="0"/>
              <a:t>කපා ගැනීම.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si-LK" sz="2800" dirty="0" smtClean="0"/>
              <a:t>ලෝහ තහඩු කපා ගැනීම.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si-LK" sz="2800" dirty="0" smtClean="0"/>
              <a:t> ලෝහ තහඩු අවශ්‍ය හැඩයට නවා ගැනීම.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si-LK" sz="2800" dirty="0" smtClean="0"/>
              <a:t>ලී මිටට ඉරටු සම්බන්ධ කිරීමට කම්බි ඇණ ගැසීම.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si-LK" sz="2800" dirty="0" smtClean="0"/>
              <a:t>අවශ්‍ය ප්‍රමාණයට හා හැඩයට ඉදලේ ඉරටු කැපීම.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si-LK" sz="2800" dirty="0" smtClean="0"/>
              <a:t>ලෝහ තහඩු වලට තීන්ත  ආලේප කිරීම.</a:t>
            </a:r>
            <a:endParaRPr lang="si-LK" sz="2800" dirty="0"/>
          </a:p>
        </p:txBody>
      </p:sp>
    </p:spTree>
    <p:extLst>
      <p:ext uri="{BB962C8B-B14F-4D97-AF65-F5344CB8AC3E}">
        <p14:creationId xmlns:p14="http://schemas.microsoft.com/office/powerpoint/2010/main" val="27937540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  <p:sndAc>
          <p:stSnd>
            <p:snd r:embed="rId2" name="camera.wav"/>
          </p:stSnd>
        </p:sndAc>
      </p:transition>
    </mc:Choice>
    <mc:Fallback>
      <p:transition spd="slow">
        <p:fade/>
        <p:sndAc>
          <p:stSnd>
            <p:snd r:embed="rId2" name="camera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6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7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7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7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0228" y="228600"/>
            <a:ext cx="109728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si-LK" sz="3000" dirty="0" smtClean="0">
                <a:solidFill>
                  <a:schemeClr val="bg1"/>
                </a:solidFill>
              </a:rPr>
              <a:t>නිෂ්පාදන ක්‍රියාවලි නිසි පරිදි සැලසුම් කළ යුතුය.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si-LK" sz="3000" dirty="0" smtClean="0">
                <a:solidFill>
                  <a:schemeClr val="bg1"/>
                </a:solidFill>
              </a:rPr>
              <a:t> එමගින් සම්පත් නාස්ති වීම වළක්වයි.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si-LK" sz="3000" dirty="0" smtClean="0">
                <a:solidFill>
                  <a:schemeClr val="bg1"/>
                </a:solidFill>
              </a:rPr>
              <a:t>එමගින් අඩු පිරිවැයක් යටතේ ගුණාත්මක භාණ්ඩයක් නිපදවා ගත හැකියි.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si-LK" sz="3000" dirty="0" smtClean="0">
                <a:solidFill>
                  <a:schemeClr val="bg1"/>
                </a:solidFill>
              </a:rPr>
              <a:t>නිෂ්පාදන ක්‍රියාවලියෙන් පසුව බිහිවන ප්‍රතිඵලය නිමැවුම ලෙස හැඳින්වේ.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si-LK" sz="3000" dirty="0" smtClean="0">
                <a:solidFill>
                  <a:schemeClr val="bg1"/>
                </a:solidFill>
              </a:rPr>
              <a:t> උදාහරණයක් ලෙස   ඉදලේ නිෂ්පාදන ක්‍රියාවලියෙන් පසු ගෙමිදුල අතුගෑම සදහා භාවිත කළ හැකි උපකරණයක් නිර්මාණය කරගත හැකියි. </a:t>
            </a:r>
            <a:endParaRPr lang="en-US" sz="3000" dirty="0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2944" y="3938460"/>
            <a:ext cx="2496947" cy="20084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3286" y="3638550"/>
            <a:ext cx="740228" cy="230832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si-LK" sz="36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නි</a:t>
            </a:r>
          </a:p>
          <a:p>
            <a:pPr algn="ctr"/>
            <a:r>
              <a:rPr lang="si-LK" sz="36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මැ</a:t>
            </a:r>
          </a:p>
          <a:p>
            <a:pPr algn="ctr"/>
            <a:r>
              <a:rPr lang="si-LK" sz="36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වු</a:t>
            </a:r>
          </a:p>
          <a:p>
            <a:pPr algn="ctr"/>
            <a:r>
              <a:rPr lang="si-LK" sz="36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ම</a:t>
            </a:r>
            <a:endParaRPr lang="en-US" sz="36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Right Arrow 4"/>
          <p:cNvSpPr/>
          <p:nvPr/>
        </p:nvSpPr>
        <p:spPr>
          <a:xfrm>
            <a:off x="1077686" y="4440287"/>
            <a:ext cx="1611086" cy="704850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965372" y="3915549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si-LK" dirty="0" smtClean="0"/>
              <a:t> </a:t>
            </a:r>
            <a:r>
              <a:rPr lang="si-LK" sz="3600" dirty="0" smtClean="0">
                <a:solidFill>
                  <a:srgbClr val="92D050"/>
                </a:solidFill>
              </a:rPr>
              <a:t>යෙදවුම් නිමවුමක් බවට පත් කිරීමේ ක්‍රියාකාරකම් ගණනාවක් ඇති බව පැහැදිලි වේ.</a:t>
            </a:r>
            <a:endParaRPr lang="en-US" sz="3600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71478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  <p:sndAc>
          <p:stSnd>
            <p:snd r:embed="rId2" name="camera.wav"/>
          </p:stSnd>
        </p:sndAc>
      </p:transition>
    </mc:Choice>
    <mc:Fallback>
      <p:transition spd="slow">
        <p:fade/>
        <p:sndAc>
          <p:stSnd>
            <p:snd r:embed="rId2" name="camera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07572" y="134035"/>
            <a:ext cx="11898085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si-LK" sz="3200" dirty="0" smtClean="0"/>
              <a:t>යෙදවුම්, නිෂ්පාදන ක්‍රියාවලිය හා නිමැවුම අතර ඇති සම්බන්ධතාව පහත සටහන තුළින් තවදුරටත් අවබෝධ කර ගත හැකියි.</a:t>
            </a:r>
            <a:endParaRPr lang="en-US" sz="3200" dirty="0"/>
          </a:p>
        </p:txBody>
      </p:sp>
      <p:sp>
        <p:nvSpPr>
          <p:cNvPr id="3" name="Rectangle 2"/>
          <p:cNvSpPr/>
          <p:nvPr/>
        </p:nvSpPr>
        <p:spPr>
          <a:xfrm>
            <a:off x="239486" y="1416612"/>
            <a:ext cx="2286000" cy="783771"/>
          </a:xfrm>
          <a:prstGeom prst="rect">
            <a:avLst/>
          </a:prstGeom>
          <a:solidFill>
            <a:schemeClr val="bg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i-LK" sz="2800" dirty="0" smtClean="0"/>
              <a:t>යෙදවුම</a:t>
            </a:r>
            <a:endParaRPr lang="en-US" sz="2800" dirty="0"/>
          </a:p>
        </p:txBody>
      </p:sp>
      <p:sp>
        <p:nvSpPr>
          <p:cNvPr id="4" name="Wave 3"/>
          <p:cNvSpPr/>
          <p:nvPr/>
        </p:nvSpPr>
        <p:spPr>
          <a:xfrm>
            <a:off x="4479471" y="1035611"/>
            <a:ext cx="2819400" cy="1545772"/>
          </a:xfrm>
          <a:prstGeom prst="wav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i-LK" sz="2800" dirty="0" smtClean="0">
                <a:solidFill>
                  <a:schemeClr val="bg1"/>
                </a:solidFill>
              </a:rPr>
              <a:t>නිෂ්පාදන  ක්‍රියාවලිය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579429" y="1416612"/>
            <a:ext cx="2351314" cy="1164771"/>
          </a:xfrm>
          <a:prstGeom prst="rect">
            <a:avLst/>
          </a:prstGeom>
          <a:solidFill>
            <a:schemeClr val="bg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i-LK" sz="2800" dirty="0" smtClean="0"/>
              <a:t>නිමැවුම</a:t>
            </a:r>
            <a:endParaRPr lang="en-US" sz="2800" dirty="0"/>
          </a:p>
        </p:txBody>
      </p:sp>
      <p:sp>
        <p:nvSpPr>
          <p:cNvPr id="6" name="Right Arrow 5"/>
          <p:cNvSpPr/>
          <p:nvPr/>
        </p:nvSpPr>
        <p:spPr>
          <a:xfrm>
            <a:off x="3015343" y="1643743"/>
            <a:ext cx="1132114" cy="446314"/>
          </a:xfrm>
          <a:prstGeom prst="right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Arrow 6"/>
          <p:cNvSpPr/>
          <p:nvPr/>
        </p:nvSpPr>
        <p:spPr>
          <a:xfrm>
            <a:off x="7728857" y="1643743"/>
            <a:ext cx="1436914" cy="556640"/>
          </a:xfrm>
          <a:prstGeom prst="right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39486" y="2200383"/>
            <a:ext cx="240574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si-LK" sz="2800" dirty="0" smtClean="0"/>
              <a:t>ඉරටු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i-LK" sz="2800" dirty="0" smtClean="0"/>
              <a:t>ලී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i-LK" sz="2800" dirty="0" smtClean="0"/>
              <a:t>ලෝහ තහඩු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i-LK" sz="2800" dirty="0" smtClean="0"/>
              <a:t>කම්බි ඇණ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i-LK" sz="2800" dirty="0" smtClean="0"/>
              <a:t>යන්ත්‍ර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i-LK" sz="2800" dirty="0" smtClean="0"/>
              <a:t>මුදල්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i-LK" sz="2800" dirty="0" smtClean="0"/>
              <a:t>ශ්‍රමය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i-LK" sz="2800" dirty="0" smtClean="0"/>
              <a:t>තාක්ෂණය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i-LK" sz="2800" dirty="0" smtClean="0"/>
              <a:t>තොරතුරු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i-LK" sz="2800" dirty="0" smtClean="0"/>
              <a:t>කාලය</a:t>
            </a:r>
            <a:endParaRPr lang="si-LK" sz="2800" dirty="0"/>
          </a:p>
        </p:txBody>
      </p:sp>
      <p:sp>
        <p:nvSpPr>
          <p:cNvPr id="10" name="Right Brace 9"/>
          <p:cNvSpPr/>
          <p:nvPr/>
        </p:nvSpPr>
        <p:spPr>
          <a:xfrm>
            <a:off x="2525486" y="2311662"/>
            <a:ext cx="1439635" cy="417864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4256314" y="2632873"/>
            <a:ext cx="361405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si-LK" sz="2800" dirty="0" smtClean="0"/>
              <a:t>ලී මිට සකස් කිරීම.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i-LK" sz="2800" dirty="0" smtClean="0"/>
              <a:t>ඉරටු සුද්ද කිරීම.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i-LK" sz="2800" dirty="0" smtClean="0"/>
              <a:t>ලෝහ තහඩු කැපීම.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i-LK" sz="2800" dirty="0" smtClean="0"/>
              <a:t>තහඩු නැවීම.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i-LK" sz="2800" dirty="0" smtClean="0"/>
              <a:t>ඇණ ගැසීම.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i-LK" sz="2800" dirty="0" smtClean="0"/>
              <a:t>අවශ්‍ය ප්‍රමාණයට ඉරටු කැපීම.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i-LK" sz="2800" dirty="0" smtClean="0"/>
              <a:t>ගුණාත්මක තත්ත්වය පාලනය.</a:t>
            </a:r>
          </a:p>
          <a:p>
            <a:endParaRPr lang="si-LK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5772" y="3133852"/>
            <a:ext cx="2612572" cy="3081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5651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  <p:sndAc>
          <p:stSnd>
            <p:snd r:embed="rId2" name="camera.wav"/>
          </p:stSnd>
        </p:sndAc>
      </p:transition>
    </mc:Choice>
    <mc:Fallback>
      <p:transition spd="slow">
        <p:fade/>
        <p:sndAc>
          <p:stSnd>
            <p:snd r:embed="rId2" name="camera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10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47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5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6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6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3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7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7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7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7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9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9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9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9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0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1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27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3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1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ular Callout 2"/>
          <p:cNvSpPr/>
          <p:nvPr/>
        </p:nvSpPr>
        <p:spPr>
          <a:xfrm>
            <a:off x="1589316" y="1360715"/>
            <a:ext cx="8436429" cy="3450770"/>
          </a:xfrm>
          <a:prstGeom prst="wedgeRoundRectCallout">
            <a:avLst/>
          </a:prstGeom>
          <a:ln>
            <a:noFill/>
          </a:ln>
          <a:effectLst>
            <a:glow rad="228600">
              <a:schemeClr val="accent6">
                <a:satMod val="175000"/>
                <a:alpha val="40000"/>
              </a:schemeClr>
            </a:glow>
            <a:outerShdw blurRad="127000" dist="38100" dir="2700000" algn="ctr">
              <a:srgbClr val="000000">
                <a:alpha val="45000"/>
              </a:srgbClr>
            </a:outerShdw>
            <a:reflection blurRad="6350" stA="52000" endA="300" endPos="35000" dir="5400000" sy="-100000" algn="bl" rotWithShape="0"/>
          </a:effectLst>
          <a:scene3d>
            <a:camera prst="perspectiveFront" fov="2700000">
              <a:rot lat="20376000" lon="1938000" rev="20112001"/>
            </a:camera>
            <a:lightRig rig="soft" dir="t">
              <a:rot lat="0" lon="0" rev="0"/>
            </a:lightRig>
          </a:scene3d>
          <a:sp3d prstMaterial="translucentPowder">
            <a:bevelT w="2032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i-LK" sz="4400" b="1" dirty="0" smtClean="0"/>
              <a:t>ද්‍රව්‍ය හා ශ්‍රමය පදනම් කරගෙන භාණ්ඩයක නිෂ්පාදන වියදම ගණනය</a:t>
            </a:r>
            <a:r>
              <a:rPr lang="en-US" sz="4400" b="1" dirty="0" smtClean="0"/>
              <a:t> </a:t>
            </a:r>
          </a:p>
          <a:p>
            <a:pPr algn="ctr"/>
            <a:r>
              <a:rPr lang="si-LK" sz="4400" b="1" dirty="0" smtClean="0"/>
              <a:t>කරමු</a:t>
            </a:r>
            <a:r>
              <a:rPr lang="en-US" sz="40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514584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  <p:sndAc>
          <p:stSnd>
            <p:snd r:embed="rId2" name="drumroll.wav"/>
          </p:stSnd>
        </p:sndAc>
      </p:transition>
    </mc:Choice>
    <mc:Fallback>
      <p:transition spd="slow">
        <p:fade/>
        <p:sndAc>
          <p:stSnd>
            <p:snd r:embed="rId2" name="drumroll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1" y="555172"/>
            <a:ext cx="10570029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Font typeface="Wingdings" panose="05000000000000000000" pitchFamily="2" charset="2"/>
              <a:buChar char="v"/>
            </a:pPr>
            <a:r>
              <a:rPr lang="si-LK" sz="4400" b="1" dirty="0" smtClean="0"/>
              <a:t>සෑම භාණ්ඩායකම නිපදවීමට විවිධ අමුද්‍රව්‍ය අවශ්‍ය වේ.</a:t>
            </a:r>
          </a:p>
          <a:p>
            <a:pPr marL="685800" indent="-685800">
              <a:buFont typeface="Wingdings" panose="05000000000000000000" pitchFamily="2" charset="2"/>
              <a:buChar char="v"/>
            </a:pPr>
            <a:r>
              <a:rPr lang="si-LK" sz="4400" b="1" dirty="0" smtClean="0"/>
              <a:t>ඒවායෙන් භාණ්ඩයක් මිනිස් ශ්‍රමය අවශ්‍යවේ.</a:t>
            </a:r>
          </a:p>
          <a:p>
            <a:pPr marL="685800" indent="-685800">
              <a:buFont typeface="Wingdings" panose="05000000000000000000" pitchFamily="2" charset="2"/>
              <a:buChar char="v"/>
            </a:pPr>
            <a:r>
              <a:rPr lang="si-LK" sz="4400" b="1" dirty="0" smtClean="0"/>
              <a:t>මෙම ද්‍රව්‍ය මිල දී ගැනීමට ගෙවන මුදල ද්‍රව්‍ය වියදමයි.</a:t>
            </a:r>
          </a:p>
          <a:p>
            <a:pPr marL="685800" indent="-685800">
              <a:buFont typeface="Wingdings" panose="05000000000000000000" pitchFamily="2" charset="2"/>
              <a:buChar char="v"/>
            </a:pPr>
            <a:r>
              <a:rPr lang="si-LK" sz="4400" b="1" dirty="0" smtClean="0"/>
              <a:t>නිෂ්පාදන ක්‍රියාවලියේ යෙදී සිටින අය ශ්‍රමිකයන් ය.</a:t>
            </a:r>
          </a:p>
          <a:p>
            <a:pPr marL="685800" indent="-685800">
              <a:buFont typeface="Wingdings" panose="05000000000000000000" pitchFamily="2" charset="2"/>
              <a:buChar char="v"/>
            </a:pPr>
            <a:r>
              <a:rPr lang="si-LK" sz="4400" b="1" dirty="0" smtClean="0"/>
              <a:t>ඔවුන්ට ලබෙන මුදල් වැටුප් ලෙස හදුන්වයි. 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41013820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  <p:sndAc>
          <p:stSnd>
            <p:snd r:embed="rId3" name="chimes.wav"/>
          </p:stSnd>
        </p:sndAc>
      </p:transition>
    </mc:Choice>
    <mc:Fallback>
      <p:transition spd="slow">
        <p:fade/>
        <p:sndAc>
          <p:stSnd>
            <p:snd r:embed="rId3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2056" y="402772"/>
            <a:ext cx="692331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i-LK" sz="4400" b="1" dirty="0" smtClean="0"/>
              <a:t>නිශ්පාදන</a:t>
            </a:r>
            <a:r>
              <a:rPr lang="en-US" sz="4400" b="1" dirty="0" smtClean="0"/>
              <a:t> </a:t>
            </a:r>
            <a:r>
              <a:rPr lang="si-LK" sz="4400" b="1" dirty="0" smtClean="0"/>
              <a:t>වියදම ගණනය කර. බලමු</a:t>
            </a:r>
            <a:r>
              <a:rPr lang="en-US" sz="4400" b="1" dirty="0" smtClean="0"/>
              <a:t>.</a:t>
            </a:r>
            <a:endParaRPr lang="en-US" sz="4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533400" y="2175111"/>
            <a:ext cx="69559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i-LK" sz="3600" dirty="0" smtClean="0"/>
              <a:t>උදාහරණ‍යක් ලෙස</a:t>
            </a:r>
            <a:r>
              <a:rPr lang="en-US" sz="3600" dirty="0" smtClean="0"/>
              <a:t>-</a:t>
            </a:r>
            <a:r>
              <a:rPr lang="si-LK" sz="3600" dirty="0" smtClean="0"/>
              <a:t> </a:t>
            </a:r>
            <a:endParaRPr 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4011385" y="2175111"/>
            <a:ext cx="653142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i-LK" sz="3200" dirty="0" smtClean="0">
                <a:solidFill>
                  <a:schemeClr val="accent6"/>
                </a:solidFill>
              </a:rPr>
              <a:t>පුද්ගලයකුට ඉදල් දහයක් නිපදවීමට අවශ්‍ය ද්‍රව්‍ය සහ මිල</a:t>
            </a:r>
            <a:endParaRPr lang="en-US" sz="3200" dirty="0">
              <a:solidFill>
                <a:schemeClr val="accent6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1999" y="3709997"/>
            <a:ext cx="10439400" cy="386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i-LK" sz="3500" dirty="0" smtClean="0"/>
              <a:t>ඉරටු මිටි      </a:t>
            </a:r>
            <a:r>
              <a:rPr lang="en-US" sz="3500" dirty="0" smtClean="0"/>
              <a:t>  </a:t>
            </a:r>
            <a:r>
              <a:rPr lang="si-LK" sz="3500" dirty="0" smtClean="0"/>
              <a:t>10   </a:t>
            </a:r>
            <a:r>
              <a:rPr lang="en-US" sz="3500" dirty="0" smtClean="0"/>
              <a:t>-</a:t>
            </a:r>
            <a:r>
              <a:rPr lang="si-LK" sz="3500" dirty="0" smtClean="0"/>
              <a:t>           එක ඉරටු මිටක්            රු.20.00</a:t>
            </a:r>
          </a:p>
          <a:p>
            <a:r>
              <a:rPr lang="si-LK" sz="3500" dirty="0" smtClean="0"/>
              <a:t>ලී මිටි         </a:t>
            </a:r>
            <a:r>
              <a:rPr lang="en-US" sz="3500" dirty="0" smtClean="0"/>
              <a:t>   </a:t>
            </a:r>
            <a:r>
              <a:rPr lang="si-LK" sz="3500" dirty="0" smtClean="0"/>
              <a:t>10   </a:t>
            </a:r>
            <a:r>
              <a:rPr lang="en-US" sz="3500" dirty="0" smtClean="0"/>
              <a:t>-</a:t>
            </a:r>
            <a:r>
              <a:rPr lang="si-LK" sz="3500" dirty="0" smtClean="0"/>
              <a:t>             එක ලී මිටක්              රු.15.00</a:t>
            </a:r>
          </a:p>
          <a:p>
            <a:r>
              <a:rPr lang="si-LK" sz="3500" dirty="0" smtClean="0"/>
              <a:t>ලෝහ තහඩු  </a:t>
            </a:r>
            <a:r>
              <a:rPr lang="en-US" sz="3500" dirty="0" smtClean="0"/>
              <a:t> </a:t>
            </a:r>
            <a:r>
              <a:rPr lang="si-LK" sz="3500" dirty="0" smtClean="0"/>
              <a:t>10  </a:t>
            </a:r>
            <a:r>
              <a:rPr lang="en-US" sz="3500" dirty="0" smtClean="0"/>
              <a:t>-</a:t>
            </a:r>
            <a:r>
              <a:rPr lang="si-LK" sz="3500" dirty="0" smtClean="0"/>
              <a:t>          එක ලෝහ කැබැල්ලක්</a:t>
            </a:r>
            <a:r>
              <a:rPr lang="en-US" sz="3500" dirty="0" smtClean="0"/>
              <a:t> </a:t>
            </a:r>
            <a:r>
              <a:rPr lang="si-LK" sz="3500" dirty="0" smtClean="0"/>
              <a:t> රු.50.00</a:t>
            </a:r>
          </a:p>
          <a:p>
            <a:r>
              <a:rPr lang="si-LK" sz="3500" dirty="0" smtClean="0"/>
              <a:t> කම්බි ඇණ 250</a:t>
            </a:r>
            <a:r>
              <a:rPr lang="en-US" sz="3500" dirty="0"/>
              <a:t>g</a:t>
            </a:r>
            <a:r>
              <a:rPr lang="si-LK" sz="3500" dirty="0" smtClean="0"/>
              <a:t>  ක වියදම </a:t>
            </a:r>
            <a:r>
              <a:rPr lang="en-US" sz="3500" dirty="0" smtClean="0"/>
              <a:t>-</a:t>
            </a:r>
            <a:r>
              <a:rPr lang="si-LK" sz="3500" dirty="0" smtClean="0"/>
              <a:t>                                 රු.75.00 </a:t>
            </a:r>
          </a:p>
          <a:p>
            <a:r>
              <a:rPr lang="si-LK" sz="3500" dirty="0" smtClean="0"/>
              <a:t>සේවක වැටුප                     </a:t>
            </a:r>
            <a:r>
              <a:rPr lang="en-US" sz="3500" dirty="0" smtClean="0"/>
              <a:t>-</a:t>
            </a:r>
            <a:r>
              <a:rPr lang="si-LK" sz="3500" dirty="0" smtClean="0"/>
              <a:t>                           </a:t>
            </a:r>
            <a:r>
              <a:rPr lang="en-US" sz="3500" dirty="0" smtClean="0"/>
              <a:t>     </a:t>
            </a:r>
            <a:r>
              <a:rPr lang="si-LK" sz="3500" dirty="0" smtClean="0"/>
              <a:t> රු.30.00</a:t>
            </a:r>
          </a:p>
          <a:p>
            <a:r>
              <a:rPr lang="si-LK" sz="3500" dirty="0" smtClean="0"/>
              <a:t>    </a:t>
            </a:r>
            <a:r>
              <a:rPr lang="en-US" sz="3500" dirty="0" smtClean="0"/>
              <a:t>                              </a:t>
            </a:r>
            <a:endParaRPr lang="si-LK" sz="3500" dirty="0" smtClean="0"/>
          </a:p>
          <a:p>
            <a:endParaRPr lang="si-LK" sz="3500" dirty="0"/>
          </a:p>
        </p:txBody>
      </p:sp>
    </p:spTree>
    <p:extLst>
      <p:ext uri="{BB962C8B-B14F-4D97-AF65-F5344CB8AC3E}">
        <p14:creationId xmlns:p14="http://schemas.microsoft.com/office/powerpoint/2010/main" val="26387925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  <p:sndAc>
          <p:stSnd>
            <p:snd r:embed="rId2" name="camera.wav"/>
          </p:stSnd>
        </p:sndAc>
      </p:transition>
    </mc:Choice>
    <mc:Fallback>
      <p:transition spd="slow">
        <p:fade/>
        <p:sndAc>
          <p:stSnd>
            <p:snd r:embed="rId2" name="camera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 rot="10800000" flipH="1" flipV="1">
            <a:off x="598714" y="-139283"/>
            <a:ext cx="11821885" cy="646331"/>
          </a:xfrm>
          <a:prstGeom prst="rect">
            <a:avLst/>
          </a:prstGeom>
          <a:noFill/>
          <a:ln>
            <a:noFill/>
          </a:ln>
          <a:effectLst>
            <a:glow rad="228600">
              <a:schemeClr val="accent2">
                <a:satMod val="175000"/>
                <a:alpha val="40000"/>
              </a:schemeClr>
            </a:glow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 prst="angle"/>
          </a:sp3d>
        </p:spPr>
        <p:txBody>
          <a:bodyPr wrap="square" rtlCol="0">
            <a:spAutoFit/>
          </a:bodyPr>
          <a:lstStyle/>
          <a:p>
            <a:r>
              <a:rPr lang="si-LK" sz="3600" dirty="0" smtClean="0">
                <a:solidFill>
                  <a:srgbClr val="FFFF00"/>
                </a:solidFill>
              </a:rPr>
              <a:t>නිෂ්පාදන වියදම ගණනය කරන ආකාරය පහත වගුවෙන් දැක්වේ</a:t>
            </a:r>
            <a:r>
              <a:rPr lang="si-LK" sz="3600" dirty="0" smtClean="0"/>
              <a:t>.</a:t>
            </a:r>
            <a:endParaRPr lang="en-US" sz="36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1722427"/>
              </p:ext>
            </p:extLst>
          </p:nvPr>
        </p:nvGraphicFramePr>
        <p:xfrm>
          <a:off x="2032000" y="1052421"/>
          <a:ext cx="8128000" cy="492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  <a:gridCol w="2032000"/>
              </a:tblGrid>
              <a:tr h="876230">
                <a:tc>
                  <a:txBody>
                    <a:bodyPr/>
                    <a:lstStyle/>
                    <a:p>
                      <a:r>
                        <a:rPr lang="en-US" sz="4000" dirty="0" smtClean="0"/>
                        <a:t>  </a:t>
                      </a:r>
                      <a:r>
                        <a:rPr lang="si-LK" sz="4000" dirty="0" smtClean="0"/>
                        <a:t>සම්පත්</a:t>
                      </a:r>
                      <a:endParaRPr 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     </a:t>
                      </a:r>
                      <a:r>
                        <a:rPr lang="si-LK" sz="3200" dirty="0" smtClean="0"/>
                        <a:t>මිල</a:t>
                      </a:r>
                    </a:p>
                    <a:p>
                      <a:r>
                        <a:rPr lang="en-US" sz="3200" dirty="0" smtClean="0"/>
                        <a:t>    </a:t>
                      </a:r>
                      <a:r>
                        <a:rPr lang="en-US" sz="3200" baseline="0" dirty="0" smtClean="0"/>
                        <a:t> </a:t>
                      </a:r>
                      <a:r>
                        <a:rPr lang="si-LK" sz="3200" dirty="0" smtClean="0"/>
                        <a:t>රු.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i-LK" sz="2400" b="0" dirty="0" smtClean="0"/>
                        <a:t>භාවිතා කල </a:t>
                      </a:r>
                      <a:r>
                        <a:rPr lang="en-US" sz="2400" b="0" dirty="0" smtClean="0"/>
                        <a:t>            </a:t>
                      </a:r>
                      <a:r>
                        <a:rPr lang="si-LK" sz="2400" b="0" dirty="0" smtClean="0"/>
                        <a:t>සම්පත් </a:t>
                      </a:r>
                      <a:r>
                        <a:rPr lang="en-US" sz="2400" b="0" dirty="0" smtClean="0"/>
                        <a:t>    </a:t>
                      </a:r>
                      <a:r>
                        <a:rPr lang="si-LK" sz="2400" b="0" dirty="0" smtClean="0"/>
                        <a:t>ප්‍රමාණය </a:t>
                      </a:r>
                      <a:endParaRPr 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i-LK" sz="2300" dirty="0" smtClean="0"/>
                        <a:t>ඇස්තමේන්තු කල වියදම</a:t>
                      </a:r>
                      <a:endParaRPr lang="en-US" sz="2300" dirty="0" smtClean="0"/>
                    </a:p>
                    <a:p>
                      <a:r>
                        <a:rPr lang="en-US" sz="2300" dirty="0" smtClean="0"/>
                        <a:t>[</a:t>
                      </a:r>
                      <a:r>
                        <a:rPr lang="si-LK" sz="2400" baseline="0" dirty="0" smtClean="0"/>
                        <a:t>රු.</a:t>
                      </a:r>
                      <a:r>
                        <a:rPr lang="en-US" sz="2400" baseline="0" dirty="0" smtClean="0"/>
                        <a:t>]</a:t>
                      </a:r>
                      <a:endParaRPr lang="si-LK" sz="2400" baseline="0" dirty="0" smtClean="0"/>
                    </a:p>
                    <a:p>
                      <a:endParaRPr lang="en-US" sz="2300" dirty="0"/>
                    </a:p>
                  </a:txBody>
                  <a:tcPr/>
                </a:tc>
              </a:tr>
              <a:tr h="324837">
                <a:tc>
                  <a:txBody>
                    <a:bodyPr/>
                    <a:lstStyle/>
                    <a:p>
                      <a:r>
                        <a:rPr lang="si-LK" sz="3200" dirty="0" smtClean="0"/>
                        <a:t>ඉරටු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     20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   </a:t>
                      </a:r>
                      <a:r>
                        <a:rPr lang="si-LK" sz="2800" dirty="0" smtClean="0"/>
                        <a:t>මිටි 10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200.00</a:t>
                      </a:r>
                      <a:endParaRPr lang="en-US" sz="2800" dirty="0"/>
                    </a:p>
                  </a:txBody>
                  <a:tcPr/>
                </a:tc>
              </a:tr>
              <a:tr h="324837">
                <a:tc>
                  <a:txBody>
                    <a:bodyPr/>
                    <a:lstStyle/>
                    <a:p>
                      <a:r>
                        <a:rPr lang="si-LK" sz="2800" dirty="0" smtClean="0"/>
                        <a:t>ලී මිටි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   </a:t>
                      </a:r>
                      <a:r>
                        <a:rPr lang="en-US" baseline="0" dirty="0" smtClean="0"/>
                        <a:t>  </a:t>
                      </a:r>
                      <a:r>
                        <a:rPr lang="en-US" sz="3200" dirty="0" smtClean="0"/>
                        <a:t>15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  </a:t>
                      </a:r>
                      <a:r>
                        <a:rPr lang="en-US" sz="3200" baseline="0" dirty="0" smtClean="0"/>
                        <a:t> </a:t>
                      </a:r>
                      <a:r>
                        <a:rPr lang="si-LK" sz="2800" dirty="0" smtClean="0"/>
                        <a:t>මිටි 10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150.00</a:t>
                      </a:r>
                      <a:endParaRPr lang="en-US" sz="2800" dirty="0"/>
                    </a:p>
                  </a:txBody>
                  <a:tcPr/>
                </a:tc>
              </a:tr>
              <a:tr h="324837">
                <a:tc>
                  <a:txBody>
                    <a:bodyPr/>
                    <a:lstStyle/>
                    <a:p>
                      <a:r>
                        <a:rPr lang="si-LK" sz="2800" dirty="0" smtClean="0"/>
                        <a:t>ලෝහ තහඩු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   </a:t>
                      </a:r>
                      <a:r>
                        <a:rPr lang="en-US" sz="3200" dirty="0" smtClean="0"/>
                        <a:t> 50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   </a:t>
                      </a:r>
                      <a:r>
                        <a:rPr lang="si-LK" sz="2800" dirty="0" smtClean="0"/>
                        <a:t>කෑලි 10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  50.00</a:t>
                      </a:r>
                      <a:endParaRPr lang="en-US" sz="2800" dirty="0"/>
                    </a:p>
                  </a:txBody>
                  <a:tcPr/>
                </a:tc>
              </a:tr>
              <a:tr h="324837">
                <a:tc>
                  <a:txBody>
                    <a:bodyPr/>
                    <a:lstStyle/>
                    <a:p>
                      <a:r>
                        <a:rPr lang="si-LK" sz="2800" dirty="0" smtClean="0"/>
                        <a:t>යකඩ ඇණ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     </a:t>
                      </a:r>
                      <a:r>
                        <a:rPr lang="en-US" sz="3200" dirty="0" smtClean="0"/>
                        <a:t>75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    250 </a:t>
                      </a:r>
                      <a:r>
                        <a:rPr lang="en-US" sz="3200" dirty="0" smtClean="0"/>
                        <a:t>g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aseline="0" dirty="0" smtClean="0"/>
                        <a:t>  75.00</a:t>
                      </a:r>
                      <a:endParaRPr lang="en-US" sz="2800" dirty="0"/>
                    </a:p>
                  </a:txBody>
                  <a:tcPr/>
                </a:tc>
              </a:tr>
              <a:tr h="324837">
                <a:tc>
                  <a:txBody>
                    <a:bodyPr/>
                    <a:lstStyle/>
                    <a:p>
                      <a:r>
                        <a:rPr lang="si-LK" sz="2800" dirty="0" smtClean="0"/>
                        <a:t>ශ්‍රමය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     30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 </a:t>
                      </a:r>
                      <a:r>
                        <a:rPr lang="si-LK" sz="2400" dirty="0" smtClean="0"/>
                        <a:t>ඉදල් 10 සදහා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300.00</a:t>
                      </a:r>
                      <a:endParaRPr lang="en-US" sz="2800" dirty="0"/>
                    </a:p>
                  </a:txBody>
                  <a:tcPr/>
                </a:tc>
              </a:tr>
              <a:tr h="390007">
                <a:tc>
                  <a:txBody>
                    <a:bodyPr/>
                    <a:lstStyle/>
                    <a:p>
                      <a:r>
                        <a:rPr lang="en-US" sz="2800" dirty="0" smtClean="0">
                          <a:solidFill>
                            <a:srgbClr val="FF0000"/>
                          </a:solidFill>
                        </a:rPr>
                        <a:t>    </a:t>
                      </a:r>
                      <a:r>
                        <a:rPr lang="si-LK" sz="2800" dirty="0" smtClean="0">
                          <a:solidFill>
                            <a:srgbClr val="FF0000"/>
                          </a:solidFill>
                        </a:rPr>
                        <a:t>ඉදල් 10 ක්</a:t>
                      </a:r>
                      <a:endParaRPr 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sz="28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sz="28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si-LK" sz="2800" dirty="0" smtClean="0">
                          <a:solidFill>
                            <a:srgbClr val="FF0000"/>
                          </a:solidFill>
                        </a:rPr>
                        <a:t>ද්‍රව්‍ය හා</a:t>
                      </a:r>
                      <a:endParaRPr 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i-LK" sz="2800" dirty="0" smtClean="0">
                          <a:solidFill>
                            <a:srgbClr val="FF0000"/>
                          </a:solidFill>
                        </a:rPr>
                        <a:t>ශ්‍රම වියදම</a:t>
                      </a:r>
                      <a:endParaRPr 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>
                          <a:solidFill>
                            <a:srgbClr val="FF0000"/>
                          </a:solidFill>
                        </a:rPr>
                        <a:t>775.00</a:t>
                      </a:r>
                      <a:endParaRPr 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031223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  <p:sndAc>
          <p:stSnd>
            <p:snd r:embed="rId2" name="chimes.wav"/>
          </p:stSnd>
        </p:sndAc>
      </p:transition>
    </mc:Choice>
    <mc:Fallback>
      <p:transition spd="slow">
        <p:fade/>
        <p:sndAc>
          <p:stSnd>
            <p:snd r:embed="rId2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38943" y="1349829"/>
            <a:ext cx="989511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i-LK" sz="3600" dirty="0" smtClean="0"/>
              <a:t>ඉතලන ද්‍රව්‍ය හා ශ්‍රම වියදම = මුළු ද්‍රව්‍ය හා ශ්‍රම ප්‍රමාණය</a:t>
            </a:r>
          </a:p>
          <a:p>
            <a:r>
              <a:rPr lang="si-LK" sz="3600" dirty="0" smtClean="0"/>
              <a:t>                                 </a:t>
            </a:r>
            <a:r>
              <a:rPr lang="en-US" sz="3600" dirty="0" smtClean="0"/>
              <a:t>           </a:t>
            </a:r>
            <a:r>
              <a:rPr lang="si-LK" sz="3600" dirty="0" smtClean="0"/>
              <a:t> නිෂ්පාදන ඒකක ගණන</a:t>
            </a:r>
          </a:p>
          <a:p>
            <a:r>
              <a:rPr lang="si-LK" sz="3600" dirty="0" smtClean="0"/>
              <a:t>                              </a:t>
            </a:r>
            <a:r>
              <a:rPr lang="en-US" sz="3600" dirty="0" smtClean="0"/>
              <a:t>          </a:t>
            </a:r>
            <a:r>
              <a:rPr lang="si-LK" sz="3600" dirty="0" smtClean="0"/>
              <a:t> = රු.775.00</a:t>
            </a:r>
          </a:p>
          <a:p>
            <a:r>
              <a:rPr lang="si-LK" sz="3600" dirty="0" smtClean="0"/>
              <a:t>                                     </a:t>
            </a:r>
            <a:r>
              <a:rPr lang="en-US" sz="3600" dirty="0" smtClean="0"/>
              <a:t>            </a:t>
            </a:r>
            <a:r>
              <a:rPr lang="si-LK" sz="3600" dirty="0" smtClean="0"/>
              <a:t>  10</a:t>
            </a:r>
          </a:p>
          <a:p>
            <a:r>
              <a:rPr lang="si-LK" sz="3600" dirty="0" smtClean="0"/>
              <a:t>                            </a:t>
            </a:r>
            <a:r>
              <a:rPr lang="en-US" sz="3600" dirty="0" smtClean="0"/>
              <a:t>          </a:t>
            </a:r>
            <a:r>
              <a:rPr lang="si-LK" sz="3600" dirty="0" smtClean="0"/>
              <a:t>   = රු.77.50 - ඉදලක මිල</a:t>
            </a:r>
            <a:endParaRPr lang="en-US" sz="3600" dirty="0"/>
          </a:p>
        </p:txBody>
      </p:sp>
      <p:sp>
        <p:nvSpPr>
          <p:cNvPr id="4" name="Minus 3"/>
          <p:cNvSpPr/>
          <p:nvPr/>
        </p:nvSpPr>
        <p:spPr>
          <a:xfrm>
            <a:off x="5780314" y="1905000"/>
            <a:ext cx="5921829" cy="141514"/>
          </a:xfrm>
          <a:prstGeom prst="mathMinus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Minus 4"/>
          <p:cNvSpPr/>
          <p:nvPr/>
        </p:nvSpPr>
        <p:spPr>
          <a:xfrm>
            <a:off x="6585857" y="2906486"/>
            <a:ext cx="2100943" cy="195943"/>
          </a:xfrm>
          <a:prstGeom prst="mathMinus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44364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  <p:sndAc>
          <p:stSnd>
            <p:snd r:embed="rId2" name="camera.wav"/>
          </p:stSnd>
        </p:sndAc>
      </p:transition>
    </mc:Choice>
    <mc:Fallback>
      <p:transition spd="slow">
        <p:fade/>
        <p:sndAc>
          <p:stSnd>
            <p:snd r:embed="rId2" name="camera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00943" y="1772253"/>
            <a:ext cx="7260772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 smtClean="0">
                <a:latin typeface="Imprint MT Shadow" panose="04020605060303030202" pitchFamily="82" charset="0"/>
              </a:rPr>
              <a:t>THANK YOU</a:t>
            </a:r>
            <a:endParaRPr lang="en-US" sz="8800" dirty="0">
              <a:latin typeface="Imprint MT Shadow" panose="04020605060303030202" pitchFamily="8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26929" y="1784198"/>
            <a:ext cx="2868386" cy="523220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si-LK" sz="2800" dirty="0" smtClean="0"/>
              <a:t>සැකැස්ම</a:t>
            </a:r>
            <a:r>
              <a:rPr lang="en-US" sz="2800" dirty="0" smtClean="0"/>
              <a:t>  -</a:t>
            </a:r>
            <a:r>
              <a:rPr lang="en-US" sz="2800" dirty="0"/>
              <a:t> </a:t>
            </a:r>
            <a:r>
              <a:rPr lang="en-US" sz="2800" b="1" dirty="0" err="1" smtClean="0"/>
              <a:t>Pahan</a:t>
            </a:r>
            <a:endParaRPr lang="en-US" sz="28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8534400" y="2569028"/>
            <a:ext cx="2743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i-LK" sz="2800" dirty="0" smtClean="0"/>
              <a:t>කරුණු ගොනුව - </a:t>
            </a:r>
            <a:endParaRPr lang="en-US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8626928" y="3092248"/>
            <a:ext cx="255814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 smtClean="0"/>
              <a:t>Shanul</a:t>
            </a:r>
            <a:r>
              <a:rPr lang="en-US" sz="2800" dirty="0" smtClean="0"/>
              <a:t> </a:t>
            </a:r>
          </a:p>
          <a:p>
            <a:r>
              <a:rPr lang="en-US" sz="2800" dirty="0" err="1" smtClean="0"/>
              <a:t>Wosandha</a:t>
            </a:r>
            <a:endParaRPr lang="en-US" sz="2800" dirty="0" smtClean="0"/>
          </a:p>
          <a:p>
            <a:r>
              <a:rPr lang="en-US" sz="2800" dirty="0" err="1" smtClean="0"/>
              <a:t>Sandinu</a:t>
            </a:r>
            <a:endParaRPr lang="en-US" sz="2800" dirty="0" smtClean="0"/>
          </a:p>
          <a:p>
            <a:r>
              <a:rPr lang="en-US" sz="2800" dirty="0" err="1" smtClean="0"/>
              <a:t>Matheesha</a:t>
            </a:r>
            <a:endParaRPr lang="en-US" sz="2800" dirty="0" smtClean="0"/>
          </a:p>
          <a:p>
            <a:r>
              <a:rPr lang="en-US" sz="2800" dirty="0" err="1" smtClean="0"/>
              <a:t>Desitha</a:t>
            </a:r>
            <a:r>
              <a:rPr lang="en-US" sz="2800" dirty="0" smtClean="0"/>
              <a:t> </a:t>
            </a:r>
          </a:p>
          <a:p>
            <a:r>
              <a:rPr lang="en-US" sz="2800" dirty="0" err="1" smtClean="0"/>
              <a:t>Sasiru</a:t>
            </a:r>
            <a:endParaRPr lang="en-US" sz="2800" dirty="0" smtClean="0"/>
          </a:p>
          <a:p>
            <a:r>
              <a:rPr lang="en-US" sz="2800" dirty="0" err="1" smtClean="0"/>
              <a:t>Maleesha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3429884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  <p:sndAc>
          <p:stSnd>
            <p:snd r:embed="rId2" name="applause.wav"/>
          </p:stSnd>
        </p:sndAc>
      </p:transition>
    </mc:Choice>
    <mc:Fallback>
      <p:transition spd="slow">
        <p:fade/>
        <p:sndAc>
          <p:stSnd>
            <p:snd r:embed="rId2" name="applaus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5" dur="2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eg"/></Relationships>
</file>

<file path=ppt/theme/_rels/them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9.jpeg"/></Relationships>
</file>

<file path=ppt/theme/_rels/them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image" Target="../media/image10.jpeg"/></Relationships>
</file>

<file path=ppt/theme/_rels/them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6.jpeg"/></Relationships>
</file>

<file path=ppt/theme/_rels/them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image" Target="../media/image10.jpeg"/></Relationships>
</file>

<file path=ppt/theme/_rels/them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image" Target="../media/image10.jpeg"/></Relationships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3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4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ppt/theme/theme5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6.xml><?xml version="1.0" encoding="utf-8"?>
<a:theme xmlns:a="http://schemas.openxmlformats.org/drawingml/2006/main" name="1_Slice">
  <a:themeElements>
    <a:clrScheme name="Slice">
      <a:dk1>
        <a:sysClr val="windowText" lastClr="000000"/>
      </a:dk1>
      <a:lt1>
        <a:sysClr val="window" lastClr="FFFFFF"/>
      </a:lt1>
      <a:dk2>
        <a:srgbClr val="D06F1E"/>
      </a:dk2>
      <a:lt2>
        <a:srgbClr val="F0BE21"/>
      </a:lt2>
      <a:accent1>
        <a:srgbClr val="760603"/>
      </a:accent1>
      <a:accent2>
        <a:srgbClr val="9F761A"/>
      </a:accent2>
      <a:accent3>
        <a:srgbClr val="92A200"/>
      </a:accent3>
      <a:accent4>
        <a:srgbClr val="4AA157"/>
      </a:accent4>
      <a:accent5>
        <a:srgbClr val="46788D"/>
      </a:accent5>
      <a:accent6>
        <a:srgbClr val="A848A8"/>
      </a:accent6>
      <a:hlink>
        <a:srgbClr val="460402"/>
      </a:hlink>
      <a:folHlink>
        <a:srgbClr val="991111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Grunge Textur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67000"/>
                <a:shade val="65000"/>
              </a:schemeClr>
              <a:schemeClr val="phClr">
                <a:tint val="10000"/>
                <a:satMod val="130000"/>
              </a:schemeClr>
            </a:duotone>
          </a:blip>
          <a:tile tx="0" ty="0" sx="60000" sy="59000" flip="none" algn="b"/>
        </a:blipFill>
        <a:blipFill rotWithShape="1">
          <a:blip xmlns:r="http://schemas.openxmlformats.org/officeDocument/2006/relationships" r:embed="rId1">
            <a:duotone>
              <a:schemeClr val="phClr">
                <a:shade val="30000"/>
                <a:satMod val="115000"/>
              </a:schemeClr>
              <a:schemeClr val="phClr">
                <a:tint val="34000"/>
              </a:schemeClr>
            </a:duotone>
          </a:blip>
          <a:tile tx="0" ty="0" sx="60000" sy="59000" flip="none" algn="b"/>
        </a:blipFill>
      </a:fillStyleLst>
      <a:lnStyleLst>
        <a:ln w="6350" cap="flat" cmpd="sng" algn="ctr">
          <a:solidFill>
            <a:schemeClr val="phClr">
              <a:tint val="7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162000"/>
                <a:satMod val="200000"/>
                <a:lumMod val="124000"/>
              </a:schemeClr>
            </a:gs>
            <a:gs pos="100000">
              <a:schemeClr val="phClr">
                <a:shade val="96000"/>
                <a:hueMod val="88000"/>
                <a:satMod val="220000"/>
                <a:lumMod val="82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142000"/>
                <a:satMod val="200000"/>
                <a:lumMod val="118000"/>
              </a:schemeClr>
            </a:gs>
            <a:gs pos="100000">
              <a:schemeClr val="phClr">
                <a:shade val="92000"/>
                <a:hueMod val="22000"/>
                <a:satMod val="220000"/>
                <a:lumMod val="62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282EB108-EDE6-4B8E-957B-D4A69BF580EA}"/>
    </a:ext>
  </a:extLst>
</a:theme>
</file>

<file path=ppt/theme/theme7.xml><?xml version="1.0" encoding="utf-8"?>
<a:theme xmlns:a="http://schemas.openxmlformats.org/drawingml/2006/main" name="2_Slice">
  <a:themeElements>
    <a:clrScheme name="Slice">
      <a:dk1>
        <a:sysClr val="windowText" lastClr="000000"/>
      </a:dk1>
      <a:lt1>
        <a:sysClr val="window" lastClr="FFFFFF"/>
      </a:lt1>
      <a:dk2>
        <a:srgbClr val="537D0B"/>
      </a:dk2>
      <a:lt2>
        <a:srgbClr val="A9E257"/>
      </a:lt2>
      <a:accent1>
        <a:srgbClr val="38540A"/>
      </a:accent1>
      <a:accent2>
        <a:srgbClr val="31A274"/>
      </a:accent2>
      <a:accent3>
        <a:srgbClr val="236073"/>
      </a:accent3>
      <a:accent4>
        <a:srgbClr val="6C4D90"/>
      </a:accent4>
      <a:accent5>
        <a:srgbClr val="983C27"/>
      </a:accent5>
      <a:accent6>
        <a:srgbClr val="CD811F"/>
      </a:accent6>
      <a:hlink>
        <a:srgbClr val="293F06"/>
      </a:hlink>
      <a:folHlink>
        <a:srgbClr val="68883A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9759155-7935-4C61-A06C-C04380D1B16E}"/>
    </a:ext>
  </a:extLst>
</a:theme>
</file>

<file path=ppt/theme/theme8.xml><?xml version="1.0" encoding="utf-8"?>
<a:theme xmlns:a="http://schemas.openxmlformats.org/drawingml/2006/main" name="3_Slice">
  <a:themeElements>
    <a:clrScheme name="Slice">
      <a:dk1>
        <a:sysClr val="windowText" lastClr="000000"/>
      </a:dk1>
      <a:lt1>
        <a:sysClr val="window" lastClr="FFFFFF"/>
      </a:lt1>
      <a:dk2>
        <a:srgbClr val="D06F1E"/>
      </a:dk2>
      <a:lt2>
        <a:srgbClr val="F0BE21"/>
      </a:lt2>
      <a:accent1>
        <a:srgbClr val="760603"/>
      </a:accent1>
      <a:accent2>
        <a:srgbClr val="9F761A"/>
      </a:accent2>
      <a:accent3>
        <a:srgbClr val="92A200"/>
      </a:accent3>
      <a:accent4>
        <a:srgbClr val="4AA157"/>
      </a:accent4>
      <a:accent5>
        <a:srgbClr val="46788D"/>
      </a:accent5>
      <a:accent6>
        <a:srgbClr val="A848A8"/>
      </a:accent6>
      <a:hlink>
        <a:srgbClr val="460402"/>
      </a:hlink>
      <a:folHlink>
        <a:srgbClr val="991111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162000"/>
                <a:satMod val="200000"/>
                <a:lumMod val="124000"/>
              </a:schemeClr>
            </a:gs>
            <a:gs pos="100000">
              <a:schemeClr val="phClr">
                <a:shade val="96000"/>
                <a:hueMod val="88000"/>
                <a:satMod val="220000"/>
                <a:lumMod val="82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142000"/>
                <a:satMod val="200000"/>
                <a:lumMod val="118000"/>
              </a:schemeClr>
            </a:gs>
            <a:gs pos="100000">
              <a:schemeClr val="phClr">
                <a:shade val="92000"/>
                <a:hueMod val="22000"/>
                <a:satMod val="220000"/>
                <a:lumMod val="62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282EB108-EDE6-4B8E-957B-D4A69BF580EA}"/>
    </a:ext>
  </a:extLst>
</a:theme>
</file>

<file path=ppt/theme/theme9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B15E28"/>
      </a:accent1>
      <a:accent2>
        <a:srgbClr val="B13228"/>
      </a:accent2>
      <a:accent3>
        <a:srgbClr val="8B7B56"/>
      </a:accent3>
      <a:accent4>
        <a:srgbClr val="E09C41"/>
      </a:accent4>
      <a:accent5>
        <a:srgbClr val="9EAE51"/>
      </a:accent5>
      <a:accent6>
        <a:srgbClr val="6E7355"/>
      </a:accent6>
      <a:hlink>
        <a:srgbClr val="D37A21"/>
      </a:hlink>
      <a:folHlink>
        <a:srgbClr val="CA8F55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039A4B3-0617-4CFC-B614-27363ECC28AC}"/>
    </a:ext>
  </a:extLst>
</a:theme>
</file>

<file path=ppt/theme/theme10.xml><?xml version="1.0" encoding="utf-8"?>
<a:theme xmlns:a="http://schemas.openxmlformats.org/drawingml/2006/main" name="1_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ppt/theme/theme11.xml><?xml version="1.0" encoding="utf-8"?>
<a:theme xmlns:a="http://schemas.openxmlformats.org/drawingml/2006/main" name="1_Celestial">
  <a:themeElements>
    <a:clrScheme name="Celestial">
      <a:dk1>
        <a:sysClr val="windowText" lastClr="000000"/>
      </a:dk1>
      <a:lt1>
        <a:sysClr val="window" lastClr="FFFFFF"/>
      </a:lt1>
      <a:dk2>
        <a:srgbClr val="104C7E"/>
      </a:dk2>
      <a:lt2>
        <a:srgbClr val="EBEBEB"/>
      </a:lt2>
      <a:accent1>
        <a:srgbClr val="94CE67"/>
      </a:accent1>
      <a:accent2>
        <a:srgbClr val="49D1CD"/>
      </a:accent2>
      <a:accent3>
        <a:srgbClr val="61A5D6"/>
      </a:accent3>
      <a:accent4>
        <a:srgbClr val="9D8CD3"/>
      </a:accent4>
      <a:accent5>
        <a:srgbClr val="E45C8A"/>
      </a:accent5>
      <a:accent6>
        <a:srgbClr val="F98C61"/>
      </a:accent6>
      <a:hlink>
        <a:srgbClr val="AAF172"/>
      </a:hlink>
      <a:folHlink>
        <a:srgbClr val="E7F19A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E44E6A2F-09CD-4BE0-B42D-107FF03CEED6}"/>
    </a:ext>
  </a:extLst>
</a:theme>
</file>

<file path=ppt/theme/theme12.xml><?xml version="1.0" encoding="utf-8"?>
<a:theme xmlns:a="http://schemas.openxmlformats.org/drawingml/2006/main" name="2_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13.xml><?xml version="1.0" encoding="utf-8"?>
<a:theme xmlns:a="http://schemas.openxmlformats.org/drawingml/2006/main" name="1_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AB946B"/>
      </a:accent1>
      <a:accent2>
        <a:srgbClr val="C04F32"/>
      </a:accent2>
      <a:accent3>
        <a:srgbClr val="DD8C3C"/>
      </a:accent3>
      <a:accent4>
        <a:srgbClr val="8E684C"/>
      </a:accent4>
      <a:accent5>
        <a:srgbClr val="CBAF62"/>
      </a:accent5>
      <a:accent6>
        <a:srgbClr val="803348"/>
      </a:accent6>
      <a:hlink>
        <a:srgbClr val="86724D"/>
      </a:hlink>
      <a:folHlink>
        <a:srgbClr val="B99E84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A2BEDC8B-F191-493B-BA33-0F4F800A89D3}"/>
    </a:ext>
  </a:extLst>
</a:theme>
</file>

<file path=ppt/theme/theme14.xml><?xml version="1.0" encoding="utf-8"?>
<a:theme xmlns:a="http://schemas.openxmlformats.org/drawingml/2006/main" name="4_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15.xml><?xml version="1.0" encoding="utf-8"?>
<a:theme xmlns:a="http://schemas.openxmlformats.org/drawingml/2006/main" name="2_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B15E28"/>
      </a:accent1>
      <a:accent2>
        <a:srgbClr val="B13228"/>
      </a:accent2>
      <a:accent3>
        <a:srgbClr val="8B7B56"/>
      </a:accent3>
      <a:accent4>
        <a:srgbClr val="E09C41"/>
      </a:accent4>
      <a:accent5>
        <a:srgbClr val="9EAE51"/>
      </a:accent5>
      <a:accent6>
        <a:srgbClr val="6E7355"/>
      </a:accent6>
      <a:hlink>
        <a:srgbClr val="D37A21"/>
      </a:hlink>
      <a:folHlink>
        <a:srgbClr val="CA8F55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039A4B3-0617-4CFC-B614-27363ECC28AC}"/>
    </a:ext>
  </a:extLst>
</a:theme>
</file>

<file path=ppt/theme/theme1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1348</TotalTime>
  <Words>6189</Words>
  <Application>Microsoft Office PowerPoint</Application>
  <PresentationFormat>Widescreen</PresentationFormat>
  <Paragraphs>222</Paragraphs>
  <Slides>34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15</vt:i4>
      </vt:variant>
      <vt:variant>
        <vt:lpstr>Slide Titles</vt:lpstr>
      </vt:variant>
      <vt:variant>
        <vt:i4>34</vt:i4>
      </vt:variant>
    </vt:vector>
  </HeadingPairs>
  <TitlesOfParts>
    <vt:vector size="66" baseType="lpstr">
      <vt:lpstr>0KDARALIYA</vt:lpstr>
      <vt:lpstr>Algerian</vt:lpstr>
      <vt:lpstr>Arial</vt:lpstr>
      <vt:lpstr>Calibri</vt:lpstr>
      <vt:lpstr>Calibri Light</vt:lpstr>
      <vt:lpstr>Century Gothic</vt:lpstr>
      <vt:lpstr>Courier New</vt:lpstr>
      <vt:lpstr>Elephant</vt:lpstr>
      <vt:lpstr>Garamond</vt:lpstr>
      <vt:lpstr>Imprint MT Shadow</vt:lpstr>
      <vt:lpstr>Inter</vt:lpstr>
      <vt:lpstr>Iskoola Pota</vt:lpstr>
      <vt:lpstr>Trebuchet MS</vt:lpstr>
      <vt:lpstr>Viner Hand ITC</vt:lpstr>
      <vt:lpstr>Wide Latin</vt:lpstr>
      <vt:lpstr>Wingdings</vt:lpstr>
      <vt:lpstr>Wingdings 3</vt:lpstr>
      <vt:lpstr>Slice</vt:lpstr>
      <vt:lpstr>Celestial</vt:lpstr>
      <vt:lpstr>Wisp</vt:lpstr>
      <vt:lpstr>Ion</vt:lpstr>
      <vt:lpstr>Facet</vt:lpstr>
      <vt:lpstr>1_Slice</vt:lpstr>
      <vt:lpstr>2_Slice</vt:lpstr>
      <vt:lpstr>3_Slice</vt:lpstr>
      <vt:lpstr>Organic</vt:lpstr>
      <vt:lpstr>1_Facet</vt:lpstr>
      <vt:lpstr>1_Celestial</vt:lpstr>
      <vt:lpstr>2_Facet</vt:lpstr>
      <vt:lpstr>1_Organic</vt:lpstr>
      <vt:lpstr>4_Slice</vt:lpstr>
      <vt:lpstr>2_Organic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NESTO MALL</dc:creator>
  <cp:lastModifiedBy>NESTO MALL</cp:lastModifiedBy>
  <cp:revision>98</cp:revision>
  <dcterms:created xsi:type="dcterms:W3CDTF">2026-09-19T09:37:00Z</dcterms:created>
  <dcterms:modified xsi:type="dcterms:W3CDTF">2026-09-20T14:21:07Z</dcterms:modified>
</cp:coreProperties>
</file>